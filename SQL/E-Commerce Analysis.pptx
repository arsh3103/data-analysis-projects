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notesSlides/notesSlide1.xml" ContentType="application/vnd.openxmlformats-officedocument.presentationml.notesSlide+xml"/>
  <Override PartName="/ppt/diagrams/data1.xml" ContentType="application/vnd.openxmlformats-officedocument.drawingml.diagramData+xml"/>
  <Override PartName="/ppt/diagrams/layout1.xml" ContentType="application/vnd.openxmlformats-officedocument.drawingml.diagramLayout+xml"/>
  <Override PartName="/ppt/diagrams/quickStyle1.xml" ContentType="application/vnd.openxmlformats-officedocument.drawingml.diagramStyle+xml"/>
  <Override PartName="/ppt/diagrams/colors1.xml" ContentType="application/vnd.openxmlformats-officedocument.drawingml.diagramColors+xml"/>
  <Override PartName="/ppt/diagrams/drawing1.xml" ContentType="application/vnd.ms-office.drawingml.diagramDrawing+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 Id="rId4"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showSpecialPlsOnTitleSld="0" saveSubsetFonts="1" autoCompressPictures="0">
  <p:sldMasterIdLst>
    <p:sldMasterId id="2147483916" r:id="rId4"/>
  </p:sldMasterIdLst>
  <p:notesMasterIdLst>
    <p:notesMasterId r:id="rId18"/>
  </p:notesMasterIdLst>
  <p:handoutMasterIdLst>
    <p:handoutMasterId r:id="rId19"/>
  </p:handoutMasterIdLst>
  <p:sldIdLst>
    <p:sldId id="256" r:id="rId5"/>
    <p:sldId id="257" r:id="rId6"/>
    <p:sldId id="330" r:id="rId7"/>
    <p:sldId id="343" r:id="rId8"/>
    <p:sldId id="344" r:id="rId9"/>
    <p:sldId id="345" r:id="rId10"/>
    <p:sldId id="353" r:id="rId11"/>
    <p:sldId id="347" r:id="rId12"/>
    <p:sldId id="348" r:id="rId13"/>
    <p:sldId id="349" r:id="rId14"/>
    <p:sldId id="350" r:id="rId15"/>
    <p:sldId id="351" r:id="rId16"/>
    <p:sldId id="352" r:id="rId17"/>
  </p:sldIdLst>
  <p:sldSz cx="12192000" cy="6858000"/>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userDrawn="1">
          <p15:clr>
            <a:srgbClr val="A4A3A4"/>
          </p15:clr>
        </p15:guide>
        <p15:guide id="2" pos="3840" userDrawn="1">
          <p15:clr>
            <a:srgbClr val="A4A3A4"/>
          </p15:clr>
        </p15:guide>
      </p15:sldGuideLst>
    </p:ext>
    <p:ext uri="{2D200454-40CA-4A62-9FC3-DE9A4176ACB9}">
      <p15:notes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clrMru>
    <a:srgbClr val="BA9C5B"/>
    <a:srgbClr val="201449"/>
  </p:clrMru>
  <p:extLst>
    <p:ext uri="{E76CE94A-603C-4142-B9EB-6D1370010A27}">
      <p14:discardImageEditData xmlns:p14="http://schemas.microsoft.com/office/powerpoint/2010/main" val="0"/>
    </p:ext>
    <p:ext uri="{D31A062A-798A-4329-ABDD-BBA856620510}">
      <p14:defaultImageDpi xmlns:p14="http://schemas.microsoft.com/office/powerpoint/2010/main" val="150"/>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3B4B98B0-60AC-42C2-AFA5-B58CD77FA1E5}" styleName="Light Style 1 - Accent 1">
    <a:wholeTbl>
      <a:tcTxStyle>
        <a:fontRef idx="minor">
          <a:scrgbClr r="0" g="0" b="0"/>
        </a:fontRef>
        <a:schemeClr val="tx1"/>
      </a:tcTxStyle>
      <a:tcStyle>
        <a:tcBdr>
          <a:left>
            <a:ln>
              <a:noFill/>
            </a:ln>
          </a:left>
          <a:right>
            <a:ln>
              <a:noFill/>
            </a:ln>
          </a:right>
          <a:top>
            <a:ln w="12700" cmpd="sng">
              <a:solidFill>
                <a:schemeClr val="accent1"/>
              </a:solidFill>
            </a:ln>
          </a:top>
          <a:bottom>
            <a:ln w="12700" cmpd="sng">
              <a:solidFill>
                <a:schemeClr val="accent1"/>
              </a:solidFill>
            </a:ln>
          </a:bottom>
          <a:insideH>
            <a:ln>
              <a:noFill/>
            </a:ln>
          </a:insideH>
          <a:insideV>
            <a:ln>
              <a:noFill/>
            </a:ln>
          </a:insideV>
        </a:tcBdr>
        <a:fill>
          <a:noFill/>
        </a:fill>
      </a:tcStyle>
    </a:wholeTbl>
    <a:band1H>
      <a:tcStyle>
        <a:tcBdr/>
        <a:fill>
          <a:solidFill>
            <a:schemeClr val="accent1">
              <a:alpha val="20000"/>
            </a:schemeClr>
          </a:solidFill>
        </a:fill>
      </a:tcStyle>
    </a:band1H>
    <a:band2H>
      <a:tcStyle>
        <a:tcBdr/>
      </a:tcStyle>
    </a:band2H>
    <a:band1V>
      <a:tcStyle>
        <a:tcBdr/>
        <a:fill>
          <a:solidFill>
            <a:schemeClr val="accent1">
              <a:alpha val="20000"/>
            </a:schemeClr>
          </a:solidFill>
        </a:fill>
      </a:tcStyle>
    </a:band1V>
    <a:lastCol>
      <a:tcTxStyle b="on"/>
      <a:tcStyle>
        <a:tcBdr/>
      </a:tcStyle>
    </a:lastCol>
    <a:firstCol>
      <a:tcTxStyle b="on"/>
      <a:tcStyle>
        <a:tcBdr/>
      </a:tcStyle>
    </a:firstCol>
    <a:lastRow>
      <a:tcTxStyle b="on"/>
      <a:tcStyle>
        <a:tcBdr>
          <a:top>
            <a:ln w="12700" cmpd="sng">
              <a:solidFill>
                <a:schemeClr val="accent1"/>
              </a:solidFill>
            </a:ln>
          </a:top>
        </a:tcBdr>
        <a:fill>
          <a:noFill/>
        </a:fill>
      </a:tcStyle>
    </a:lastRow>
    <a:firstRow>
      <a:tcTxStyle b="on"/>
      <a:tcStyle>
        <a:tcBdr>
          <a:bottom>
            <a:ln w="12700" cmpd="sng">
              <a:solidFill>
                <a:schemeClr val="accent1"/>
              </a:solidFill>
            </a:ln>
          </a:bottom>
        </a:tcBdr>
        <a:fill>
          <a:noFill/>
        </a:fill>
      </a:tcStyle>
    </a:firstRow>
  </a:tblStyle>
  <a:tblStyle styleId="{2D5ABB26-0587-4C30-8999-92F81FD0307C}" styleName="No Style, No Grid">
    <a:wholeTbl>
      <a:tcTxStyle>
        <a:fontRef idx="minor">
          <a:scrgbClr r="0" g="0" b="0"/>
        </a:fontRef>
        <a:schemeClr val="tx1"/>
      </a:tcTxStyle>
      <a:tcStyle>
        <a:tcBdr>
          <a:left>
            <a:ln>
              <a:noFill/>
            </a:ln>
          </a:left>
          <a:right>
            <a:ln>
              <a:noFill/>
            </a:ln>
          </a:right>
          <a:top>
            <a:ln>
              <a:noFill/>
            </a:ln>
          </a:top>
          <a:bottom>
            <a:ln>
              <a:noFill/>
            </a:ln>
          </a:bottom>
          <a:insideH>
            <a:ln>
              <a:noFill/>
            </a:ln>
          </a:insideH>
          <a:insideV>
            <a:ln>
              <a:noFill/>
            </a:ln>
          </a:insideV>
        </a:tcBdr>
        <a:fill>
          <a:noFill/>
        </a:fill>
      </a:tcStyle>
    </a:wholeTbl>
  </a:tblStyle>
  <a:tblStyle styleId="{3C2FFA5D-87B4-456A-9821-1D502468CF0F}" styleName="Themed Style 1 - Accent 1">
    <a:tblBg>
      <a:fillRef idx="2">
        <a:schemeClr val="accent1"/>
      </a:fillRef>
      <a:effectRef idx="1">
        <a:schemeClr val="accent1"/>
      </a:effectRef>
    </a:tblBg>
    <a:wholeTbl>
      <a:tcTxStyle>
        <a:fontRef idx="minor">
          <a:scrgbClr r="0" g="0" b="0"/>
        </a:fontRef>
        <a:schemeClr val="dk1"/>
      </a:tcTxStyle>
      <a:tcStyle>
        <a:tcBdr>
          <a:left>
            <a:lnRef idx="1">
              <a:schemeClr val="accent1"/>
            </a:lnRef>
          </a:left>
          <a:right>
            <a:lnRef idx="1">
              <a:schemeClr val="accent1"/>
            </a:lnRef>
          </a:right>
          <a:top>
            <a:lnRef idx="1">
              <a:schemeClr val="accent1"/>
            </a:lnRef>
          </a:top>
          <a:bottom>
            <a:lnRef idx="1">
              <a:schemeClr val="accent1"/>
            </a:lnRef>
          </a:bottom>
          <a:insideH>
            <a:lnRef idx="1">
              <a:schemeClr val="accent1"/>
            </a:lnRef>
          </a:insideH>
          <a:insideV>
            <a:lnRef idx="1">
              <a:schemeClr val="accent1"/>
            </a:lnRef>
          </a:insideV>
        </a:tcBdr>
        <a:fill>
          <a:noFill/>
        </a:fill>
      </a:tcStyle>
    </a:wholeTbl>
    <a:band1H>
      <a:tcStyle>
        <a:tcBdr/>
        <a:fill>
          <a:solidFill>
            <a:schemeClr val="accent1">
              <a:alpha val="40000"/>
            </a:schemeClr>
          </a:solidFill>
        </a:fill>
      </a:tcStyle>
    </a:band1H>
    <a:band2H>
      <a:tcStyle>
        <a:tcBdr/>
      </a:tcStyle>
    </a:band2H>
    <a:band1V>
      <a:tcStyle>
        <a:tcBdr>
          <a:top>
            <a:lnRef idx="1">
              <a:schemeClr val="accent1"/>
            </a:lnRef>
          </a:top>
          <a:bottom>
            <a:lnRef idx="1">
              <a:schemeClr val="accent1"/>
            </a:lnRef>
          </a:bottom>
        </a:tcBdr>
        <a:fill>
          <a:solidFill>
            <a:schemeClr val="accent1">
              <a:alpha val="40000"/>
            </a:schemeClr>
          </a:solidFill>
        </a:fill>
      </a:tcStyle>
    </a:band1V>
    <a:band2V>
      <a:tcStyle>
        <a:tcBdr/>
      </a:tcStyle>
    </a:band2V>
    <a:lastCol>
      <a:tcTxStyle b="on"/>
      <a:tcStyle>
        <a:tcBdr>
          <a:left>
            <a:lnRef idx="2">
              <a:schemeClr val="accent1"/>
            </a:lnRef>
          </a:left>
          <a:right>
            <a:lnRef idx="1">
              <a:schemeClr val="accent1"/>
            </a:lnRef>
          </a:right>
          <a:top>
            <a:lnRef idx="1">
              <a:schemeClr val="accent1"/>
            </a:lnRef>
          </a:top>
          <a:bottom>
            <a:lnRef idx="1">
              <a:schemeClr val="accent1"/>
            </a:lnRef>
          </a:bottom>
          <a:insideH>
            <a:lnRef idx="1">
              <a:schemeClr val="accent1"/>
            </a:lnRef>
          </a:insideH>
          <a:insideV>
            <a:ln>
              <a:noFill/>
            </a:ln>
          </a:insideV>
        </a:tcBdr>
      </a:tcStyle>
    </a:lastCol>
    <a:firstCol>
      <a:tcTxStyle b="on"/>
      <a:tcStyle>
        <a:tcBdr>
          <a:left>
            <a:lnRef idx="1">
              <a:schemeClr val="accent1"/>
            </a:lnRef>
          </a:left>
          <a:right>
            <a:lnRef idx="2">
              <a:schemeClr val="accent1"/>
            </a:lnRef>
          </a:right>
          <a:top>
            <a:lnRef idx="1">
              <a:schemeClr val="accent1"/>
            </a:lnRef>
          </a:top>
          <a:bottom>
            <a:lnRef idx="1">
              <a:schemeClr val="accent1"/>
            </a:lnRef>
          </a:bottom>
          <a:insideH>
            <a:lnRef idx="1">
              <a:schemeClr val="accent1"/>
            </a:lnRef>
          </a:insideH>
          <a:insideV>
            <a:ln>
              <a:noFill/>
            </a:ln>
          </a:insideV>
        </a:tcBdr>
      </a:tcStyle>
    </a:firstCol>
    <a:lastRow>
      <a:tcTxStyle b="on"/>
      <a:tcStyle>
        <a:tcBdr>
          <a:left>
            <a:lnRef idx="1">
              <a:schemeClr val="accent1"/>
            </a:lnRef>
          </a:left>
          <a:right>
            <a:lnRef idx="1">
              <a:schemeClr val="accent1"/>
            </a:lnRef>
          </a:right>
          <a:top>
            <a:lnRef idx="2">
              <a:schemeClr val="accent1"/>
            </a:lnRef>
          </a:top>
          <a:bottom>
            <a:lnRef idx="2">
              <a:schemeClr val="accent1"/>
            </a:lnRef>
          </a:bottom>
          <a:insideH>
            <a:ln>
              <a:noFill/>
            </a:ln>
          </a:insideH>
          <a:insideV>
            <a:ln>
              <a:noFill/>
            </a:ln>
          </a:insideV>
        </a:tcBdr>
        <a:fill>
          <a:noFill/>
        </a:fill>
      </a:tcStyle>
    </a:lastRow>
    <a:firstRow>
      <a:tcTxStyle b="on">
        <a:fontRef idx="minor">
          <a:scrgbClr r="0" g="0" b="0"/>
        </a:fontRef>
        <a:schemeClr val="lt1"/>
      </a:tcTxStyle>
      <a:tcStyle>
        <a:tcBdr>
          <a:left>
            <a:lnRef idx="1">
              <a:schemeClr val="accent1"/>
            </a:lnRef>
          </a:left>
          <a:right>
            <a:lnRef idx="1">
              <a:schemeClr val="accent1"/>
            </a:lnRef>
          </a:right>
          <a:top>
            <a:lnRef idx="1">
              <a:schemeClr val="accent1"/>
            </a:lnRef>
          </a:top>
          <a:bottom>
            <a:lnRef idx="2">
              <a:schemeClr val="lt1"/>
            </a:lnRef>
          </a:bottom>
          <a:insideH>
            <a:ln>
              <a:noFill/>
            </a:ln>
          </a:insideH>
          <a:insideV>
            <a:ln>
              <a:noFill/>
            </a:ln>
          </a:insideV>
        </a:tcBdr>
        <a:fill>
          <a:solidFill>
            <a:schemeClr val="accent1"/>
          </a:solidFill>
        </a:fill>
      </a:tcStyle>
    </a:firstRow>
  </a:tblStyle>
  <a:tblStyle styleId="{912C8C85-51F0-491E-9774-3900AFEF0FD7}" styleName="Light Style 2 - Accent 6">
    <a:wholeTbl>
      <a:tcTxStyle>
        <a:fontRef idx="minor">
          <a:scrgbClr r="0" g="0" b="0"/>
        </a:fontRef>
        <a:schemeClr val="tx1"/>
      </a:tcTxStyle>
      <a:tcStyle>
        <a:tcBdr>
          <a:left>
            <a:lnRef idx="1">
              <a:schemeClr val="accent6"/>
            </a:lnRef>
          </a:left>
          <a:right>
            <a:lnRef idx="1">
              <a:schemeClr val="accent6"/>
            </a:lnRef>
          </a:right>
          <a:top>
            <a:lnRef idx="1">
              <a:schemeClr val="accent6"/>
            </a:lnRef>
          </a:top>
          <a:bottom>
            <a:lnRef idx="1">
              <a:schemeClr val="accent6"/>
            </a:lnRef>
          </a:bottom>
          <a:insideH>
            <a:ln>
              <a:noFill/>
            </a:ln>
          </a:insideH>
          <a:insideV>
            <a:ln>
              <a:noFill/>
            </a:ln>
          </a:insideV>
        </a:tcBdr>
        <a:fill>
          <a:noFill/>
        </a:fill>
      </a:tcStyle>
    </a:wholeTbl>
    <a:band1H>
      <a:tcStyle>
        <a:tcBdr>
          <a:top>
            <a:lnRef idx="1">
              <a:schemeClr val="accent6"/>
            </a:lnRef>
          </a:top>
          <a:bottom>
            <a:lnRef idx="1">
              <a:schemeClr val="accent6"/>
            </a:lnRef>
          </a:bottom>
        </a:tcBdr>
      </a:tcStyle>
    </a:band1H>
    <a:band1V>
      <a:tcStyle>
        <a:tcBdr>
          <a:left>
            <a:lnRef idx="1">
              <a:schemeClr val="accent6"/>
            </a:lnRef>
          </a:left>
          <a:right>
            <a:lnRef idx="1">
              <a:schemeClr val="accent6"/>
            </a:lnRef>
          </a:right>
        </a:tcBdr>
      </a:tcStyle>
    </a:band1V>
    <a:band2V>
      <a:tcStyle>
        <a:tcBdr>
          <a:left>
            <a:lnRef idx="1">
              <a:schemeClr val="accent6"/>
            </a:lnRef>
          </a:left>
          <a:right>
            <a:lnRef idx="1">
              <a:schemeClr val="accent6"/>
            </a:lnRef>
          </a:right>
        </a:tcBdr>
      </a:tcStyle>
    </a:band2V>
    <a:lastCol>
      <a:tcTxStyle b="on"/>
      <a:tcStyle>
        <a:tcBdr/>
      </a:tcStyle>
    </a:lastCol>
    <a:firstCol>
      <a:tcTxStyle b="on"/>
      <a:tcStyle>
        <a:tcBdr/>
      </a:tcStyle>
    </a:firstCol>
    <a:lastRow>
      <a:tcTxStyle b="on"/>
      <a:tcStyle>
        <a:tcBdr>
          <a:top>
            <a:ln w="50800" cmpd="dbl">
              <a:solidFill>
                <a:schemeClr val="accent6"/>
              </a:solidFill>
            </a:ln>
          </a:top>
        </a:tcBdr>
      </a:tcStyle>
    </a:lastRow>
    <a:firstRow>
      <a:tcTxStyle b="on">
        <a:fontRef idx="minor">
          <a:scrgbClr r="0" g="0" b="0"/>
        </a:fontRef>
        <a:schemeClr val="bg1"/>
      </a:tcTxStyle>
      <a:tcStyle>
        <a:tcBdr/>
        <a:fillRef idx="1">
          <a:schemeClr val="accent6"/>
        </a:fillRef>
      </a:tcStyle>
    </a:firstRow>
  </a:tblStyle>
  <a:tblStyle styleId="{5A111915-BE36-4E01-A7E5-04B1672EAD32}" styleName="Light Style 2 - Accent 5">
    <a:wholeTbl>
      <a:tcTxStyle>
        <a:fontRef idx="minor">
          <a:scrgbClr r="0" g="0" b="0"/>
        </a:fontRef>
        <a:schemeClr val="tx1"/>
      </a:tcTxStyle>
      <a:tcStyle>
        <a:tcBdr>
          <a:left>
            <a:lnRef idx="1">
              <a:schemeClr val="accent5"/>
            </a:lnRef>
          </a:left>
          <a:right>
            <a:lnRef idx="1">
              <a:schemeClr val="accent5"/>
            </a:lnRef>
          </a:right>
          <a:top>
            <a:lnRef idx="1">
              <a:schemeClr val="accent5"/>
            </a:lnRef>
          </a:top>
          <a:bottom>
            <a:lnRef idx="1">
              <a:schemeClr val="accent5"/>
            </a:lnRef>
          </a:bottom>
          <a:insideH>
            <a:ln>
              <a:noFill/>
            </a:ln>
          </a:insideH>
          <a:insideV>
            <a:ln>
              <a:noFill/>
            </a:ln>
          </a:insideV>
        </a:tcBdr>
        <a:fill>
          <a:noFill/>
        </a:fill>
      </a:tcStyle>
    </a:wholeTbl>
    <a:band1H>
      <a:tcStyle>
        <a:tcBdr>
          <a:top>
            <a:lnRef idx="1">
              <a:schemeClr val="accent5"/>
            </a:lnRef>
          </a:top>
          <a:bottom>
            <a:lnRef idx="1">
              <a:schemeClr val="accent5"/>
            </a:lnRef>
          </a:bottom>
        </a:tcBdr>
      </a:tcStyle>
    </a:band1H>
    <a:band1V>
      <a:tcStyle>
        <a:tcBdr>
          <a:left>
            <a:lnRef idx="1">
              <a:schemeClr val="accent5"/>
            </a:lnRef>
          </a:left>
          <a:right>
            <a:lnRef idx="1">
              <a:schemeClr val="accent5"/>
            </a:lnRef>
          </a:right>
        </a:tcBdr>
      </a:tcStyle>
    </a:band1V>
    <a:band2V>
      <a:tcStyle>
        <a:tcBdr>
          <a:left>
            <a:lnRef idx="1">
              <a:schemeClr val="accent5"/>
            </a:lnRef>
          </a:left>
          <a:right>
            <a:lnRef idx="1">
              <a:schemeClr val="accent5"/>
            </a:lnRef>
          </a:right>
        </a:tcBdr>
      </a:tcStyle>
    </a:band2V>
    <a:lastCol>
      <a:tcTxStyle b="on"/>
      <a:tcStyle>
        <a:tcBdr/>
      </a:tcStyle>
    </a:lastCol>
    <a:firstCol>
      <a:tcTxStyle b="on"/>
      <a:tcStyle>
        <a:tcBdr/>
      </a:tcStyle>
    </a:firstCol>
    <a:lastRow>
      <a:tcTxStyle b="on"/>
      <a:tcStyle>
        <a:tcBdr>
          <a:top>
            <a:ln w="50800" cmpd="dbl">
              <a:solidFill>
                <a:schemeClr val="accent5"/>
              </a:solidFill>
            </a:ln>
          </a:top>
        </a:tcBdr>
      </a:tcStyle>
    </a:lastRow>
    <a:firstRow>
      <a:tcTxStyle b="on">
        <a:fontRef idx="minor">
          <a:scrgbClr r="0" g="0" b="0"/>
        </a:fontRef>
        <a:schemeClr val="bg1"/>
      </a:tcTxStyle>
      <a:tcStyle>
        <a:tcBdr/>
        <a:fillRef idx="1">
          <a:schemeClr val="accent5"/>
        </a:fillRef>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4995" autoAdjust="0"/>
    <p:restoredTop sz="95033" autoAdjust="0"/>
  </p:normalViewPr>
  <p:slideViewPr>
    <p:cSldViewPr snapToGrid="0">
      <p:cViewPr varScale="1">
        <p:scale>
          <a:sx n="82" d="100"/>
          <a:sy n="82" d="100"/>
        </p:scale>
        <p:origin x="720" y="72"/>
      </p:cViewPr>
      <p:guideLst>
        <p:guide orient="horz" pos="2160"/>
        <p:guide pos="3840"/>
      </p:guideLst>
    </p:cSldViewPr>
  </p:slideViewPr>
  <p:outlineViewPr>
    <p:cViewPr>
      <p:scale>
        <a:sx n="33" d="100"/>
        <a:sy n="33" d="100"/>
      </p:scale>
      <p:origin x="0" y="0"/>
    </p:cViewPr>
  </p:outlineViewPr>
  <p:notesTextViewPr>
    <p:cViewPr>
      <p:scale>
        <a:sx n="1" d="1"/>
        <a:sy n="1" d="1"/>
      </p:scale>
      <p:origin x="0" y="0"/>
    </p:cViewPr>
  </p:notesTextViewPr>
  <p:sorterViewPr>
    <p:cViewPr varScale="1">
      <p:scale>
        <a:sx n="100" d="100"/>
        <a:sy n="100" d="100"/>
      </p:scale>
      <p:origin x="0" y="0"/>
    </p:cViewPr>
  </p:sorterViewPr>
  <p:notesViewPr>
    <p:cSldViewPr snapToGrid="0">
      <p:cViewPr varScale="1">
        <p:scale>
          <a:sx n="48" d="100"/>
          <a:sy n="48" d="100"/>
        </p:scale>
        <p:origin x="1836" y="48"/>
      </p:cViewPr>
      <p:guideLst/>
    </p:cSldViewPr>
  </p:notes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4.xml"/><Relationship Id="rId13" Type="http://schemas.openxmlformats.org/officeDocument/2006/relationships/slide" Target="slides/slide9.xml"/><Relationship Id="rId18" Type="http://schemas.openxmlformats.org/officeDocument/2006/relationships/notesMaster" Target="notesMasters/notesMaster1.xml"/><Relationship Id="rId3" Type="http://schemas.openxmlformats.org/officeDocument/2006/relationships/customXml" Target="../customXml/item3.xml"/><Relationship Id="rId21" Type="http://schemas.openxmlformats.org/officeDocument/2006/relationships/viewProps" Target="viewProps.xml"/><Relationship Id="rId7" Type="http://schemas.openxmlformats.org/officeDocument/2006/relationships/slide" Target="slides/slide3.xml"/><Relationship Id="rId12" Type="http://schemas.openxmlformats.org/officeDocument/2006/relationships/slide" Target="slides/slide8.xml"/><Relationship Id="rId17" Type="http://schemas.openxmlformats.org/officeDocument/2006/relationships/slide" Target="slides/slide13.xml"/><Relationship Id="rId2" Type="http://schemas.openxmlformats.org/officeDocument/2006/relationships/customXml" Target="../customXml/item2.xml"/><Relationship Id="rId16" Type="http://schemas.openxmlformats.org/officeDocument/2006/relationships/slide" Target="slides/slide12.xml"/><Relationship Id="rId20" Type="http://schemas.openxmlformats.org/officeDocument/2006/relationships/presProps" Target="presProps.xml"/><Relationship Id="rId1" Type="http://schemas.openxmlformats.org/officeDocument/2006/relationships/customXml" Target="../customXml/item1.xml"/><Relationship Id="rId6" Type="http://schemas.openxmlformats.org/officeDocument/2006/relationships/slide" Target="slides/slide2.xml"/><Relationship Id="rId11" Type="http://schemas.openxmlformats.org/officeDocument/2006/relationships/slide" Target="slides/slide7.xml"/><Relationship Id="rId5" Type="http://schemas.openxmlformats.org/officeDocument/2006/relationships/slide" Target="slides/slide1.xml"/><Relationship Id="rId15" Type="http://schemas.openxmlformats.org/officeDocument/2006/relationships/slide" Target="slides/slide11.xml"/><Relationship Id="rId23" Type="http://schemas.openxmlformats.org/officeDocument/2006/relationships/tableStyles" Target="tableStyles.xml"/><Relationship Id="rId10" Type="http://schemas.openxmlformats.org/officeDocument/2006/relationships/slide" Target="slides/slide6.xml"/><Relationship Id="rId19" Type="http://schemas.openxmlformats.org/officeDocument/2006/relationships/handoutMaster" Target="handoutMasters/handoutMaster1.xml"/><Relationship Id="rId4" Type="http://schemas.openxmlformats.org/officeDocument/2006/relationships/slideMaster" Target="slideMasters/slideMaster1.xml"/><Relationship Id="rId9" Type="http://schemas.openxmlformats.org/officeDocument/2006/relationships/slide" Target="slides/slide5.xml"/><Relationship Id="rId14" Type="http://schemas.openxmlformats.org/officeDocument/2006/relationships/slide" Target="slides/slide10.xml"/><Relationship Id="rId22" Type="http://schemas.openxmlformats.org/officeDocument/2006/relationships/theme" Target="theme/theme1.xml"/></Relationships>
</file>

<file path=ppt/diagrams/colors1.xml><?xml version="1.0" encoding="utf-8"?>
<dgm:colorsDef xmlns:dgm="http://schemas.openxmlformats.org/drawingml/2006/diagram" xmlns:a="http://schemas.openxmlformats.org/drawingml/2006/main" uniqueId="urn:microsoft.com/office/officeart/2005/8/colors/accent0_1">
  <dgm:title val=""/>
  <dgm:desc val=""/>
  <dgm:catLst>
    <dgm:cat type="mainScheme" pri="10100"/>
  </dgm:catLst>
  <dgm:styleLbl name="node0">
    <dgm:fillClrLst meth="repeat">
      <a:schemeClr val="lt1"/>
    </dgm:fillClrLst>
    <dgm:linClrLst meth="repeat">
      <a:schemeClr val="dk1">
        <a:shade val="80000"/>
      </a:schemeClr>
    </dgm:linClrLst>
    <dgm:effectClrLst/>
    <dgm:txLinClrLst/>
    <dgm:txFillClrLst meth="repeat">
      <a:schemeClr val="dk1"/>
    </dgm:txFillClrLst>
    <dgm:txEffectClrLst/>
  </dgm:styleLbl>
  <dgm:styleLbl name="node1">
    <dgm:fillClrLst meth="repeat">
      <a:schemeClr val="lt1"/>
    </dgm:fillClrLst>
    <dgm:linClrLst meth="repeat">
      <a:schemeClr val="dk1">
        <a:shade val="80000"/>
      </a:schemeClr>
    </dgm:linClrLst>
    <dgm:effectClrLst/>
    <dgm:txLinClrLst/>
    <dgm:txFillClrLst meth="repeat">
      <a:schemeClr val="dk1"/>
    </dgm:txFillClrLst>
    <dgm:txEffectClrLst/>
  </dgm:styleLbl>
  <dgm:styleLbl name="alignNode1">
    <dgm:fillClrLst meth="repeat">
      <a:schemeClr val="lt1"/>
    </dgm:fillClrLst>
    <dgm:linClrLst meth="repeat">
      <a:schemeClr val="dk1">
        <a:shade val="80000"/>
      </a:schemeClr>
    </dgm:linClrLst>
    <dgm:effectClrLst/>
    <dgm:txLinClrLst/>
    <dgm:txFillClrLst meth="repeat">
      <a:schemeClr val="dk1"/>
    </dgm:txFillClrLst>
    <dgm:txEffectClrLst/>
  </dgm:styleLbl>
  <dgm:styleLbl name="lnNode1">
    <dgm:fillClrLst meth="repeat">
      <a:schemeClr val="lt1"/>
    </dgm:fillClrLst>
    <dgm:linClrLst meth="repeat">
      <a:schemeClr val="dk1">
        <a:shade val="80000"/>
      </a:schemeClr>
    </dgm:linClrLst>
    <dgm:effectClrLst/>
    <dgm:txLinClrLst/>
    <dgm:txFillClrLst meth="repeat">
      <a:schemeClr val="dk1"/>
    </dgm:txFillClrLst>
    <dgm:txEffectClrLst/>
  </dgm:styleLbl>
  <dgm:styleLbl name="vennNode1">
    <dgm:fillClrLst meth="repeat">
      <a:schemeClr val="lt1">
        <a:alpha val="50000"/>
      </a:schemeClr>
    </dgm:fillClrLst>
    <dgm:linClrLst meth="repeat">
      <a:schemeClr val="dk1">
        <a:shade val="80000"/>
      </a:schemeClr>
    </dgm:linClrLst>
    <dgm:effectClrLst/>
    <dgm:txLinClrLst/>
    <dgm:txFillClrLst/>
    <dgm:txEffectClrLst/>
  </dgm:styleLbl>
  <dgm:styleLbl name="node2">
    <dgm:fillClrLst meth="repeat">
      <a:schemeClr val="lt1"/>
    </dgm:fillClrLst>
    <dgm:linClrLst meth="repeat">
      <a:schemeClr val="dk1">
        <a:shade val="80000"/>
      </a:schemeClr>
    </dgm:linClrLst>
    <dgm:effectClrLst/>
    <dgm:txLinClrLst/>
    <dgm:txFillClrLst meth="repeat">
      <a:schemeClr val="dk1"/>
    </dgm:txFillClrLst>
    <dgm:txEffectClrLst/>
  </dgm:styleLbl>
  <dgm:styleLbl name="node3">
    <dgm:fillClrLst meth="repeat">
      <a:schemeClr val="lt1"/>
    </dgm:fillClrLst>
    <dgm:linClrLst meth="repeat">
      <a:schemeClr val="dk1">
        <a:shade val="80000"/>
      </a:schemeClr>
    </dgm:linClrLst>
    <dgm:effectClrLst/>
    <dgm:txLinClrLst/>
    <dgm:txFillClrLst meth="repeat">
      <a:schemeClr val="dk1"/>
    </dgm:txFillClrLst>
    <dgm:txEffectClrLst/>
  </dgm:styleLbl>
  <dgm:styleLbl name="node4">
    <dgm:fillClrLst meth="repeat">
      <a:schemeClr val="lt1"/>
    </dgm:fillClrLst>
    <dgm:linClrLst meth="repeat">
      <a:schemeClr val="dk1">
        <a:shade val="80000"/>
      </a:schemeClr>
    </dgm:linClrLst>
    <dgm:effectClrLst/>
    <dgm:txLinClrLst/>
    <dgm:txFillClrLst meth="repeat">
      <a:schemeClr val="dk1"/>
    </dgm:txFillClrLst>
    <dgm:txEffectClrLst/>
  </dgm:styleLbl>
  <dgm:styleLbl name="fgImgPlace1">
    <dgm:fillClrLst meth="repeat">
      <a:schemeClr val="dk1">
        <a:tint val="40000"/>
      </a:schemeClr>
    </dgm:fillClrLst>
    <dgm:linClrLst meth="repeat">
      <a:schemeClr val="dk1">
        <a:shade val="80000"/>
      </a:schemeClr>
    </dgm:linClrLst>
    <dgm:effectClrLst/>
    <dgm:txLinClrLst/>
    <dgm:txFillClrLst meth="repeat">
      <a:schemeClr val="lt1"/>
    </dgm:txFillClrLst>
    <dgm:txEffectClrLst/>
  </dgm:styleLbl>
  <dgm:styleLbl name="alignImgPlace1">
    <dgm:fillClrLst meth="repeat">
      <a:schemeClr val="dk1">
        <a:tint val="40000"/>
      </a:schemeClr>
    </dgm:fillClrLst>
    <dgm:linClrLst meth="repeat">
      <a:schemeClr val="dk1">
        <a:shade val="80000"/>
      </a:schemeClr>
    </dgm:linClrLst>
    <dgm:effectClrLst/>
    <dgm:txLinClrLst/>
    <dgm:txFillClrLst meth="repeat">
      <a:schemeClr val="lt1"/>
    </dgm:txFillClrLst>
    <dgm:txEffectClrLst/>
  </dgm:styleLbl>
  <dgm:styleLbl name="bgImgPlace1">
    <dgm:fillClrLst meth="repeat">
      <a:schemeClr val="dk1">
        <a:tint val="40000"/>
      </a:schemeClr>
    </dgm:fillClrLst>
    <dgm:linClrLst meth="repeat">
      <a:schemeClr val="dk1">
        <a:shade val="80000"/>
      </a:schemeClr>
    </dgm:linClrLst>
    <dgm:effectClrLst/>
    <dgm:txLinClrLst/>
    <dgm:txFillClrLst meth="repeat">
      <a:schemeClr val="lt1"/>
    </dgm:txFillClrLst>
    <dgm:txEffectClrLst/>
  </dgm:styleLbl>
  <dgm:styleLbl name="sibTrans2D1">
    <dgm:fillClrLst meth="repeat">
      <a:schemeClr val="dk1">
        <a:tint val="60000"/>
      </a:schemeClr>
    </dgm:fillClrLst>
    <dgm:linClrLst meth="repeat">
      <a:schemeClr val="dk1">
        <a:tint val="60000"/>
      </a:schemeClr>
    </dgm:linClrLst>
    <dgm:effectClrLst/>
    <dgm:txLinClrLst/>
    <dgm:txFillClrLst meth="repeat">
      <a:schemeClr val="dk1"/>
    </dgm:txFillClrLst>
    <dgm:txEffectClrLst/>
  </dgm:styleLbl>
  <dgm:styleLbl name="fgSibTrans2D1">
    <dgm:fillClrLst meth="repeat">
      <a:schemeClr val="dk1">
        <a:tint val="60000"/>
      </a:schemeClr>
    </dgm:fillClrLst>
    <dgm:linClrLst meth="repeat">
      <a:schemeClr val="dk1">
        <a:tint val="60000"/>
      </a:schemeClr>
    </dgm:linClrLst>
    <dgm:effectClrLst/>
    <dgm:txLinClrLst/>
    <dgm:txFillClrLst meth="repeat">
      <a:schemeClr val="dk1"/>
    </dgm:txFillClrLst>
    <dgm:txEffectClrLst/>
  </dgm:styleLbl>
  <dgm:styleLbl name="bgSibTrans2D1">
    <dgm:fillClrLst meth="repeat">
      <a:schemeClr val="dk1">
        <a:tint val="60000"/>
      </a:schemeClr>
    </dgm:fillClrLst>
    <dgm:linClrLst meth="repeat">
      <a:schemeClr val="dk1">
        <a:tint val="60000"/>
      </a:schemeClr>
    </dgm:linClrLst>
    <dgm:effectClrLst/>
    <dgm:txLinClrLst/>
    <dgm:txFillClrLst meth="repeat">
      <a:schemeClr val="dk1"/>
    </dgm:txFillClrLst>
    <dgm:txEffectClrLst/>
  </dgm:styleLbl>
  <dgm:styleLbl name="sibTrans1D1">
    <dgm:fillClrLst meth="repeat">
      <a:schemeClr val="dk1"/>
    </dgm:fillClrLst>
    <dgm:linClrLst meth="repeat">
      <a:schemeClr val="dk1"/>
    </dgm:linClrLst>
    <dgm:effectClrLst/>
    <dgm:txLinClrLst/>
    <dgm:txFillClrLst meth="repeat">
      <a:schemeClr val="tx1"/>
    </dgm:txFillClrLst>
    <dgm:txEffectClrLst/>
  </dgm:styleLbl>
  <dgm:styleLbl name="callout">
    <dgm:fillClrLst meth="repeat">
      <a:schemeClr val="dk1"/>
    </dgm:fillClrLst>
    <dgm:linClrLst meth="repeat">
      <a:schemeClr val="dk1"/>
    </dgm:linClrLst>
    <dgm:effectClrLst/>
    <dgm:txLinClrLst/>
    <dgm:txFillClrLst meth="repeat">
      <a:schemeClr val="tx1"/>
    </dgm:txFillClrLst>
    <dgm:txEffectClrLst/>
  </dgm:styleLbl>
  <dgm:styleLbl name="asst0">
    <dgm:fillClrLst meth="repeat">
      <a:schemeClr val="lt1"/>
    </dgm:fillClrLst>
    <dgm:linClrLst meth="repeat">
      <a:schemeClr val="dk1">
        <a:shade val="80000"/>
      </a:schemeClr>
    </dgm:linClrLst>
    <dgm:effectClrLst/>
    <dgm:txLinClrLst/>
    <dgm:txFillClrLst meth="repeat">
      <a:schemeClr val="dk1"/>
    </dgm:txFillClrLst>
    <dgm:txEffectClrLst/>
  </dgm:styleLbl>
  <dgm:styleLbl name="asst1">
    <dgm:fillClrLst meth="repeat">
      <a:schemeClr val="lt1"/>
    </dgm:fillClrLst>
    <dgm:linClrLst meth="repeat">
      <a:schemeClr val="dk1">
        <a:shade val="80000"/>
      </a:schemeClr>
    </dgm:linClrLst>
    <dgm:effectClrLst/>
    <dgm:txLinClrLst/>
    <dgm:txFillClrLst meth="repeat">
      <a:schemeClr val="dk1"/>
    </dgm:txFillClrLst>
    <dgm:txEffectClrLst/>
  </dgm:styleLbl>
  <dgm:styleLbl name="asst2">
    <dgm:fillClrLst meth="repeat">
      <a:schemeClr val="lt1"/>
    </dgm:fillClrLst>
    <dgm:linClrLst meth="repeat">
      <a:schemeClr val="dk1">
        <a:shade val="80000"/>
      </a:schemeClr>
    </dgm:linClrLst>
    <dgm:effectClrLst/>
    <dgm:txLinClrLst/>
    <dgm:txFillClrLst meth="repeat">
      <a:schemeClr val="dk1"/>
    </dgm:txFillClrLst>
    <dgm:txEffectClrLst/>
  </dgm:styleLbl>
  <dgm:styleLbl name="asst3">
    <dgm:fillClrLst meth="repeat">
      <a:schemeClr val="lt1"/>
    </dgm:fillClrLst>
    <dgm:linClrLst meth="repeat">
      <a:schemeClr val="dk1">
        <a:shade val="80000"/>
      </a:schemeClr>
    </dgm:linClrLst>
    <dgm:effectClrLst/>
    <dgm:txLinClrLst/>
    <dgm:txFillClrLst meth="repeat">
      <a:schemeClr val="dk1"/>
    </dgm:txFillClrLst>
    <dgm:txEffectClrLst/>
  </dgm:styleLbl>
  <dgm:styleLbl name="asst4">
    <dgm:fillClrLst meth="repeat">
      <a:schemeClr val="lt1"/>
    </dgm:fillClrLst>
    <dgm:linClrLst meth="repeat">
      <a:schemeClr val="dk1">
        <a:shade val="80000"/>
      </a:schemeClr>
    </dgm:linClrLst>
    <dgm:effectClrLst/>
    <dgm:txLinClrLst/>
    <dgm:txFillClrLst meth="repeat">
      <a:schemeClr val="dk1"/>
    </dgm:txFillClrLst>
    <dgm:txEffectClrLst/>
  </dgm:styleLbl>
  <dgm:styleLbl name="parChTrans2D1">
    <dgm:fillClrLst meth="repeat">
      <a:schemeClr val="dk1">
        <a:tint val="60000"/>
      </a:schemeClr>
    </dgm:fillClrLst>
    <dgm:linClrLst meth="repeat">
      <a:schemeClr val="dk1">
        <a:tint val="60000"/>
      </a:schemeClr>
    </dgm:linClrLst>
    <dgm:effectClrLst/>
    <dgm:txLinClrLst/>
    <dgm:txFillClrLst/>
    <dgm:txEffectClrLst/>
  </dgm:styleLbl>
  <dgm:styleLbl name="parChTrans2D2">
    <dgm:fillClrLst meth="repeat">
      <a:schemeClr val="dk1"/>
    </dgm:fillClrLst>
    <dgm:linClrLst meth="repeat">
      <a:schemeClr val="dk1"/>
    </dgm:linClrLst>
    <dgm:effectClrLst/>
    <dgm:txLinClrLst/>
    <dgm:txFillClrLst/>
    <dgm:txEffectClrLst/>
  </dgm:styleLbl>
  <dgm:styleLbl name="parChTrans2D3">
    <dgm:fillClrLst meth="repeat">
      <a:schemeClr val="dk1"/>
    </dgm:fillClrLst>
    <dgm:linClrLst meth="repeat">
      <a:schemeClr val="dk1"/>
    </dgm:linClrLst>
    <dgm:effectClrLst/>
    <dgm:txLinClrLst/>
    <dgm:txFillClrLst/>
    <dgm:txEffectClrLst/>
  </dgm:styleLbl>
  <dgm:styleLbl name="parChTrans2D4">
    <dgm:fillClrLst meth="repeat">
      <a:schemeClr val="dk1"/>
    </dgm:fillClrLst>
    <dgm:linClrLst meth="repeat">
      <a:schemeClr val="dk1"/>
    </dgm:linClrLst>
    <dgm:effectClrLst/>
    <dgm:txLinClrLst/>
    <dgm:txFillClrLst meth="repeat">
      <a:schemeClr val="lt1"/>
    </dgm:txFillClrLst>
    <dgm:txEffectClrLst/>
  </dgm:styleLbl>
  <dgm:styleLbl name="parChTrans1D1">
    <dgm:fillClrLst meth="repeat">
      <a:schemeClr val="dk1"/>
    </dgm:fillClrLst>
    <dgm:linClrLst meth="repeat">
      <a:schemeClr val="dk1">
        <a:shade val="60000"/>
      </a:schemeClr>
    </dgm:linClrLst>
    <dgm:effectClrLst/>
    <dgm:txLinClrLst/>
    <dgm:txFillClrLst meth="repeat">
      <a:schemeClr val="tx1"/>
    </dgm:txFillClrLst>
    <dgm:txEffectClrLst/>
  </dgm:styleLbl>
  <dgm:styleLbl name="parChTrans1D2">
    <dgm:fillClrLst meth="repeat">
      <a:schemeClr val="dk1"/>
    </dgm:fillClrLst>
    <dgm:linClrLst meth="repeat">
      <a:schemeClr val="dk1">
        <a:shade val="60000"/>
      </a:schemeClr>
    </dgm:linClrLst>
    <dgm:effectClrLst/>
    <dgm:txLinClrLst/>
    <dgm:txFillClrLst meth="repeat">
      <a:schemeClr val="tx1"/>
    </dgm:txFillClrLst>
    <dgm:txEffectClrLst/>
  </dgm:styleLbl>
  <dgm:styleLbl name="parChTrans1D3">
    <dgm:fillClrLst meth="repeat">
      <a:schemeClr val="dk1"/>
    </dgm:fillClrLst>
    <dgm:linClrLst meth="repeat">
      <a:schemeClr val="dk1">
        <a:shade val="80000"/>
      </a:schemeClr>
    </dgm:linClrLst>
    <dgm:effectClrLst/>
    <dgm:txLinClrLst/>
    <dgm:txFillClrLst meth="repeat">
      <a:schemeClr val="tx1"/>
    </dgm:txFillClrLst>
    <dgm:txEffectClrLst/>
  </dgm:styleLbl>
  <dgm:styleLbl name="parChTrans1D4">
    <dgm:fillClrLst meth="repeat">
      <a:schemeClr val="dk1"/>
    </dgm:fillClrLst>
    <dgm:linClrLst meth="repeat">
      <a:schemeClr val="dk1">
        <a:shade val="80000"/>
      </a:schemeClr>
    </dgm:linClrLst>
    <dgm:effectClrLst/>
    <dgm:txLinClrLst/>
    <dgm:txFillClrLst meth="repeat">
      <a:schemeClr val="tx1"/>
    </dgm:txFillClrLst>
    <dgm:txEffectClrLst/>
  </dgm:styleLbl>
  <dgm:styleLbl name="fgAcc1">
    <dgm:fillClrLst meth="repeat">
      <a:schemeClr val="dk1">
        <a:alpha val="90000"/>
        <a:tint val="40000"/>
      </a:schemeClr>
    </dgm:fillClrLst>
    <dgm:linClrLst meth="repeat">
      <a:schemeClr val="dk1"/>
    </dgm:linClrLst>
    <dgm:effectClrLst/>
    <dgm:txLinClrLst/>
    <dgm:txFillClrLst meth="repeat">
      <a:schemeClr val="dk1"/>
    </dgm:txFillClrLst>
    <dgm:txEffectClrLst/>
  </dgm:styleLbl>
  <dgm:styleLbl name="conFgAcc1">
    <dgm:fillClrLst meth="repeat">
      <a:schemeClr val="dk1">
        <a:alpha val="90000"/>
        <a:tint val="40000"/>
      </a:schemeClr>
    </dgm:fillClrLst>
    <dgm:linClrLst meth="repeat">
      <a:schemeClr val="dk1"/>
    </dgm:linClrLst>
    <dgm:effectClrLst/>
    <dgm:txLinClrLst/>
    <dgm:txFillClrLst meth="repeat">
      <a:schemeClr val="dk1"/>
    </dgm:txFillClrLst>
    <dgm:txEffectClrLst/>
  </dgm:styleLbl>
  <dgm:styleLbl name="alignAcc1">
    <dgm:fillClrLst meth="repeat">
      <a:schemeClr val="dk1">
        <a:alpha val="90000"/>
        <a:tint val="40000"/>
      </a:schemeClr>
    </dgm:fillClrLst>
    <dgm:linClrLst meth="repeat">
      <a:schemeClr val="dk1"/>
    </dgm:linClrLst>
    <dgm:effectClrLst/>
    <dgm:txLinClrLst/>
    <dgm:txFillClrLst meth="repeat">
      <a:schemeClr val="dk1"/>
    </dgm:txFillClrLst>
    <dgm:txEffectClrLst/>
  </dgm:styleLbl>
  <dgm:styleLbl name="trAlignAcc1">
    <dgm:fillClrLst meth="repeat">
      <a:schemeClr val="dk1">
        <a:alpha val="40000"/>
        <a:tint val="40000"/>
      </a:schemeClr>
    </dgm:fillClrLst>
    <dgm:linClrLst meth="repeat">
      <a:schemeClr val="dk1"/>
    </dgm:linClrLst>
    <dgm:effectClrLst/>
    <dgm:txLinClrLst/>
    <dgm:txFillClrLst meth="repeat">
      <a:schemeClr val="dk1"/>
    </dgm:txFillClrLst>
    <dgm:txEffectClrLst/>
  </dgm:styleLbl>
  <dgm:styleLbl name="bgAcc1">
    <dgm:fillClrLst meth="repeat">
      <a:schemeClr val="dk1">
        <a:alpha val="90000"/>
        <a:tint val="40000"/>
      </a:schemeClr>
    </dgm:fillClrLst>
    <dgm:linClrLst meth="repeat">
      <a:schemeClr val="dk1"/>
    </dgm:linClrLst>
    <dgm:effectClrLst/>
    <dgm:txLinClrLst/>
    <dgm:txFillClrLst meth="repeat">
      <a:schemeClr val="dk1"/>
    </dgm:txFillClrLst>
    <dgm:txEffectClrLst/>
  </dgm:styleLbl>
  <dgm:styleLbl name="solidFgAcc1">
    <dgm:fillClrLst meth="repeat">
      <a:schemeClr val="lt1"/>
    </dgm:fillClrLst>
    <dgm:linClrLst meth="repeat">
      <a:schemeClr val="dk1"/>
    </dgm:linClrLst>
    <dgm:effectClrLst/>
    <dgm:txLinClrLst/>
    <dgm:txFillClrLst meth="repeat">
      <a:schemeClr val="dk1"/>
    </dgm:txFillClrLst>
    <dgm:txEffectClrLst/>
  </dgm:styleLbl>
  <dgm:styleLbl name="solidAlignAcc1">
    <dgm:fillClrLst meth="repeat">
      <a:schemeClr val="lt1"/>
    </dgm:fillClrLst>
    <dgm:linClrLst meth="repeat">
      <a:schemeClr val="dk1"/>
    </dgm:linClrLst>
    <dgm:effectClrLst/>
    <dgm:txLinClrLst/>
    <dgm:txFillClrLst meth="repeat">
      <a:schemeClr val="dk1"/>
    </dgm:txFillClrLst>
    <dgm:txEffectClrLst/>
  </dgm:styleLbl>
  <dgm:styleLbl name="solidBgAcc1">
    <dgm:fillClrLst meth="repeat">
      <a:schemeClr val="lt1"/>
    </dgm:fillClrLst>
    <dgm:linClrLst meth="repeat">
      <a:schemeClr val="dk1"/>
    </dgm:linClrLst>
    <dgm:effectClrLst/>
    <dgm:txLinClrLst/>
    <dgm:txFillClrLst meth="repeat">
      <a:schemeClr val="dk1"/>
    </dgm:txFillClrLst>
    <dgm:txEffectClrLst/>
  </dgm:styleLbl>
  <dgm:styleLbl name="fgAccFollowNode1">
    <dgm:fillClrLst meth="repeat">
      <a:schemeClr val="lt1">
        <a:alpha val="90000"/>
        <a:tint val="40000"/>
      </a:schemeClr>
    </dgm:fillClrLst>
    <dgm:linClrLst meth="repeat">
      <a:schemeClr val="dk1">
        <a:alpha val="90000"/>
      </a:schemeClr>
    </dgm:linClrLst>
    <dgm:effectClrLst/>
    <dgm:txLinClrLst/>
    <dgm:txFillClrLst meth="repeat">
      <a:schemeClr val="dk1"/>
    </dgm:txFillClrLst>
    <dgm:txEffectClrLst/>
  </dgm:styleLbl>
  <dgm:styleLbl name="alignAccFollowNode1">
    <dgm:fillClrLst meth="repeat">
      <a:schemeClr val="lt1">
        <a:alpha val="90000"/>
        <a:tint val="40000"/>
      </a:schemeClr>
    </dgm:fillClrLst>
    <dgm:linClrLst meth="repeat">
      <a:schemeClr val="dk1">
        <a:alpha val="90000"/>
      </a:schemeClr>
    </dgm:linClrLst>
    <dgm:effectClrLst/>
    <dgm:txLinClrLst/>
    <dgm:txFillClrLst meth="repeat">
      <a:schemeClr val="dk1"/>
    </dgm:txFillClrLst>
    <dgm:txEffectClrLst/>
  </dgm:styleLbl>
  <dgm:styleLbl name="bgAccFollowNode1">
    <dgm:fillClrLst meth="repeat">
      <a:schemeClr val="lt1">
        <a:alpha val="90000"/>
        <a:tint val="40000"/>
      </a:schemeClr>
    </dgm:fillClrLst>
    <dgm:linClrLst meth="repeat">
      <a:schemeClr val="dk1">
        <a:alpha val="90000"/>
      </a:schemeClr>
    </dgm:linClrLst>
    <dgm:effectClrLst/>
    <dgm:txLinClrLst/>
    <dgm:txFillClrLst meth="repeat">
      <a:schemeClr val="dk1"/>
    </dgm:txFillClrLst>
    <dgm:txEffectClrLst/>
  </dgm:styleLbl>
  <dgm:styleLbl name="fgAcc0">
    <dgm:fillClrLst meth="repeat">
      <a:schemeClr val="dk1">
        <a:alpha val="90000"/>
        <a:tint val="40000"/>
      </a:schemeClr>
    </dgm:fillClrLst>
    <dgm:linClrLst meth="repeat">
      <a:schemeClr val="dk1"/>
    </dgm:linClrLst>
    <dgm:effectClrLst/>
    <dgm:txLinClrLst/>
    <dgm:txFillClrLst meth="repeat">
      <a:schemeClr val="dk1"/>
    </dgm:txFillClrLst>
    <dgm:txEffectClrLst/>
  </dgm:styleLbl>
  <dgm:styleLbl name="fgAcc2">
    <dgm:fillClrLst meth="repeat">
      <a:schemeClr val="dk1">
        <a:alpha val="90000"/>
        <a:tint val="40000"/>
      </a:schemeClr>
    </dgm:fillClrLst>
    <dgm:linClrLst meth="repeat">
      <a:schemeClr val="dk1"/>
    </dgm:linClrLst>
    <dgm:effectClrLst/>
    <dgm:txLinClrLst/>
    <dgm:txFillClrLst meth="repeat">
      <a:schemeClr val="dk1"/>
    </dgm:txFillClrLst>
    <dgm:txEffectClrLst/>
  </dgm:styleLbl>
  <dgm:styleLbl name="fgAcc3">
    <dgm:fillClrLst meth="repeat">
      <a:schemeClr val="dk1">
        <a:alpha val="90000"/>
        <a:tint val="40000"/>
      </a:schemeClr>
    </dgm:fillClrLst>
    <dgm:linClrLst meth="repeat">
      <a:schemeClr val="dk1"/>
    </dgm:linClrLst>
    <dgm:effectClrLst/>
    <dgm:txLinClrLst/>
    <dgm:txFillClrLst meth="repeat">
      <a:schemeClr val="dk1"/>
    </dgm:txFillClrLst>
    <dgm:txEffectClrLst/>
  </dgm:styleLbl>
  <dgm:styleLbl name="fgAcc4">
    <dgm:fillClrLst meth="repeat">
      <a:schemeClr val="dk1">
        <a:alpha val="90000"/>
        <a:tint val="40000"/>
      </a:schemeClr>
    </dgm:fillClrLst>
    <dgm:linClrLst meth="repeat">
      <a:schemeClr val="dk1"/>
    </dgm:linClrLst>
    <dgm:effectClrLst/>
    <dgm:txLinClrLst/>
    <dgm:txFillClrLst meth="repeat">
      <a:schemeClr val="dk1"/>
    </dgm:txFillClrLst>
    <dgm:txEffectClrLst/>
  </dgm:styleLbl>
  <dgm:styleLbl name="bgShp">
    <dgm:fillClrLst meth="repeat">
      <a:schemeClr val="dk1">
        <a:tint val="40000"/>
      </a:schemeClr>
    </dgm:fillClrLst>
    <dgm:linClrLst meth="repeat">
      <a:schemeClr val="dk1"/>
    </dgm:linClrLst>
    <dgm:effectClrLst/>
    <dgm:txLinClrLst/>
    <dgm:txFillClrLst meth="repeat">
      <a:schemeClr val="dk1"/>
    </dgm:txFillClrLst>
    <dgm:txEffectClrLst/>
  </dgm:styleLbl>
  <dgm:styleLbl name="dkBgShp">
    <dgm:fillClrLst meth="repeat">
      <a:schemeClr val="dk1">
        <a:shade val="80000"/>
      </a:schemeClr>
    </dgm:fillClrLst>
    <dgm:linClrLst meth="repeat">
      <a:schemeClr val="dk1"/>
    </dgm:linClrLst>
    <dgm:effectClrLst/>
    <dgm:txLinClrLst/>
    <dgm:txFillClrLst meth="repeat">
      <a:schemeClr val="lt1"/>
    </dgm:txFillClrLst>
    <dgm:txEffectClrLst/>
  </dgm:styleLbl>
  <dgm:styleLbl name="trBgShp">
    <dgm:fillClrLst meth="repeat">
      <a:schemeClr val="dk1">
        <a:tint val="50000"/>
        <a:alpha val="40000"/>
      </a:schemeClr>
    </dgm:fillClrLst>
    <dgm:linClrLst meth="repeat">
      <a:schemeClr val="dk1"/>
    </dgm:linClrLst>
    <dgm:effectClrLst/>
    <dgm:txLinClrLst/>
    <dgm:txFillClrLst meth="repeat">
      <a:schemeClr val="lt1"/>
    </dgm:txFillClrLst>
    <dgm:txEffectClrLst/>
  </dgm:styleLbl>
  <dgm:styleLbl name="fgShp">
    <dgm:fillClrLst meth="repeat">
      <a:schemeClr val="dk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data1.xml><?xml version="1.0" encoding="utf-8"?>
<dgm:dataModel xmlns:dgm="http://schemas.openxmlformats.org/drawingml/2006/diagram" xmlns:a="http://schemas.openxmlformats.org/drawingml/2006/main">
  <dgm:ptLst>
    <dgm:pt modelId="{64C5159A-B60B-4183-80C4-7E75DD423E19}" type="doc">
      <dgm:prSet loTypeId="urn:microsoft.com/office/officeart/2005/8/layout/default" loCatId="list" qsTypeId="urn:microsoft.com/office/officeart/2005/8/quickstyle/simple1" qsCatId="simple" csTypeId="urn:microsoft.com/office/officeart/2005/8/colors/accent0_1" csCatId="mainScheme" phldr="1"/>
      <dgm:spPr/>
      <dgm:t>
        <a:bodyPr/>
        <a:lstStyle/>
        <a:p>
          <a:endParaRPr lang="en-IN"/>
        </a:p>
      </dgm:t>
    </dgm:pt>
    <dgm:pt modelId="{AB70B0C0-A661-43C9-87FE-EEF32FA18D8C}">
      <dgm:prSet custT="1"/>
      <dgm:spPr>
        <a:solidFill>
          <a:srgbClr val="83992A">
            <a:lumMod val="20000"/>
            <a:lumOff val="80000"/>
          </a:srgbClr>
        </a:solidFill>
        <a:ln w="38100" cap="flat" cmpd="sng" algn="ctr">
          <a:solidFill>
            <a:schemeClr val="accent6">
              <a:lumMod val="50000"/>
            </a:schemeClr>
          </a:solidFill>
          <a:prstDash val="solid"/>
        </a:ln>
        <a:effectLst>
          <a:outerShdw blurRad="50800" dist="38100" dir="16200000" rotWithShape="0">
            <a:prstClr val="black">
              <a:alpha val="40000"/>
            </a:prstClr>
          </a:outerShdw>
        </a:effectLst>
      </dgm:spPr>
      <dgm:t>
        <a:bodyPr spcFirstLastPara="0" vert="horz" wrap="square" lIns="49530" tIns="49530" rIns="49530" bIns="49530" numCol="1" spcCol="1270" anchor="ctr" anchorCtr="0"/>
        <a:lstStyle/>
        <a:p>
          <a:pPr marL="0" lvl="0" indent="0" algn="ctr" defTabSz="577850">
            <a:lnSpc>
              <a:spcPct val="90000"/>
            </a:lnSpc>
            <a:spcBef>
              <a:spcPct val="0"/>
            </a:spcBef>
            <a:spcAft>
              <a:spcPct val="35000"/>
            </a:spcAft>
            <a:buNone/>
          </a:pPr>
          <a:r>
            <a:rPr lang="en-US" sz="1300" b="1" kern="1200" dirty="0">
              <a:solidFill>
                <a:prstClr val="black">
                  <a:hueOff val="0"/>
                  <a:satOff val="0"/>
                  <a:lumOff val="0"/>
                  <a:alphaOff val="0"/>
                </a:prstClr>
              </a:solidFill>
              <a:latin typeface="Garamond" panose="02020404030301010803"/>
              <a:ea typeface="+mn-ea"/>
              <a:cs typeface="+mn-cs"/>
            </a:rPr>
            <a:t>Top Customer Markets: </a:t>
          </a:r>
          <a:br>
            <a:rPr lang="en-US" sz="1300" b="1" kern="1200" dirty="0">
              <a:solidFill>
                <a:prstClr val="black">
                  <a:hueOff val="0"/>
                  <a:satOff val="0"/>
                  <a:lumOff val="0"/>
                  <a:alphaOff val="0"/>
                </a:prstClr>
              </a:solidFill>
              <a:latin typeface="Garamond" panose="02020404030301010803"/>
              <a:ea typeface="+mn-ea"/>
              <a:cs typeface="+mn-cs"/>
            </a:rPr>
          </a:br>
          <a:r>
            <a:rPr lang="en-US" sz="1300" kern="1200" dirty="0">
              <a:solidFill>
                <a:prstClr val="black">
                  <a:hueOff val="0"/>
                  <a:satOff val="0"/>
                  <a:lumOff val="0"/>
                  <a:alphaOff val="0"/>
                </a:prstClr>
              </a:solidFill>
              <a:latin typeface="Garamond" panose="02020404030301010803"/>
              <a:ea typeface="+mn-ea"/>
              <a:cs typeface="+mn-cs"/>
            </a:rPr>
            <a:t>Delhi emerges as the largest customer hub, followed by Chennai and Jaipur, highlighting key cities for focused marketing and logistics optimization.</a:t>
          </a:r>
          <a:endParaRPr lang="en-IN" sz="1300" kern="1200" dirty="0">
            <a:solidFill>
              <a:prstClr val="black">
                <a:hueOff val="0"/>
                <a:satOff val="0"/>
                <a:lumOff val="0"/>
                <a:alphaOff val="0"/>
              </a:prstClr>
            </a:solidFill>
            <a:latin typeface="Garamond" panose="02020404030301010803"/>
            <a:ea typeface="+mn-ea"/>
            <a:cs typeface="+mn-cs"/>
          </a:endParaRPr>
        </a:p>
      </dgm:t>
    </dgm:pt>
    <dgm:pt modelId="{F32BD5ED-AA8F-4935-84C5-563C5074F94A}" type="parTrans" cxnId="{D7A7AA01-5B7A-46CA-A7E2-87A5355D0787}">
      <dgm:prSet/>
      <dgm:spPr/>
      <dgm:t>
        <a:bodyPr/>
        <a:lstStyle/>
        <a:p>
          <a:endParaRPr lang="en-IN"/>
        </a:p>
      </dgm:t>
    </dgm:pt>
    <dgm:pt modelId="{52F9F6E6-4556-4EAC-8458-4F26796F4511}" type="sibTrans" cxnId="{D7A7AA01-5B7A-46CA-A7E2-87A5355D0787}">
      <dgm:prSet/>
      <dgm:spPr/>
      <dgm:t>
        <a:bodyPr/>
        <a:lstStyle/>
        <a:p>
          <a:endParaRPr lang="en-IN"/>
        </a:p>
      </dgm:t>
    </dgm:pt>
    <dgm:pt modelId="{06F3EB22-B89F-475C-9D8E-D8B40D8A672D}">
      <dgm:prSet custT="1"/>
      <dgm:spPr>
        <a:solidFill>
          <a:srgbClr val="83992A">
            <a:lumMod val="20000"/>
            <a:lumOff val="80000"/>
          </a:srgbClr>
        </a:solidFill>
        <a:ln w="38100" cap="flat" cmpd="sng" algn="ctr">
          <a:solidFill>
            <a:schemeClr val="accent6">
              <a:lumMod val="50000"/>
            </a:schemeClr>
          </a:solidFill>
          <a:prstDash val="solid"/>
        </a:ln>
        <a:effectLst>
          <a:outerShdw blurRad="50800" dist="38100" dir="16200000" rotWithShape="0">
            <a:prstClr val="black">
              <a:alpha val="40000"/>
            </a:prstClr>
          </a:outerShdw>
        </a:effectLst>
      </dgm:spPr>
      <dgm:t>
        <a:bodyPr spcFirstLastPara="0" vert="horz" wrap="square" lIns="49530" tIns="49530" rIns="49530" bIns="49530" numCol="1" spcCol="1270" anchor="ctr" anchorCtr="0"/>
        <a:lstStyle/>
        <a:p>
          <a:r>
            <a:rPr lang="en-US" sz="1300" b="1" kern="1200" dirty="0">
              <a:solidFill>
                <a:prstClr val="black">
                  <a:hueOff val="0"/>
                  <a:satOff val="0"/>
                  <a:lumOff val="0"/>
                  <a:alphaOff val="0"/>
                </a:prstClr>
              </a:solidFill>
              <a:latin typeface="Garamond" panose="02020404030301010803"/>
              <a:ea typeface="+mn-ea"/>
              <a:cs typeface="+mn-cs"/>
            </a:rPr>
            <a:t>Customer</a:t>
          </a:r>
          <a:r>
            <a:rPr lang="en-US" sz="1300" b="1" kern="1200" dirty="0"/>
            <a:t> Order Frequency: </a:t>
          </a:r>
          <a:br>
            <a:rPr lang="en-US" sz="1300" b="1" kern="1200" dirty="0"/>
          </a:br>
          <a:r>
            <a:rPr lang="en-US" sz="1300" kern="1200" dirty="0"/>
            <a:t>Most customers place one or two orders, while a smaller segment places multiple orders, identifying a core group of repeat customers and opportunities for retention-focused strategies.</a:t>
          </a:r>
          <a:endParaRPr lang="en-IN" sz="1300" kern="1200" dirty="0"/>
        </a:p>
      </dgm:t>
    </dgm:pt>
    <dgm:pt modelId="{0F41D555-A49A-47D3-915F-D6DF9B4B6D83}" type="parTrans" cxnId="{A7428505-C1A4-4DA6-9B79-BFF21CC4C0D5}">
      <dgm:prSet/>
      <dgm:spPr/>
      <dgm:t>
        <a:bodyPr/>
        <a:lstStyle/>
        <a:p>
          <a:endParaRPr lang="en-IN"/>
        </a:p>
      </dgm:t>
    </dgm:pt>
    <dgm:pt modelId="{6B34E0AF-66DE-4FAE-A2CB-A246B4F0E9CE}" type="sibTrans" cxnId="{A7428505-C1A4-4DA6-9B79-BFF21CC4C0D5}">
      <dgm:prSet/>
      <dgm:spPr/>
      <dgm:t>
        <a:bodyPr/>
        <a:lstStyle/>
        <a:p>
          <a:endParaRPr lang="en-IN"/>
        </a:p>
      </dgm:t>
    </dgm:pt>
    <dgm:pt modelId="{5AC39184-EFC9-4A9E-B48A-DF85685F2CC7}">
      <dgm:prSet custT="1"/>
      <dgm:spPr>
        <a:solidFill>
          <a:srgbClr val="83992A">
            <a:lumMod val="20000"/>
            <a:lumOff val="80000"/>
          </a:srgbClr>
        </a:solidFill>
        <a:ln w="38100" cap="flat" cmpd="sng" algn="ctr">
          <a:solidFill>
            <a:schemeClr val="accent6">
              <a:lumMod val="50000"/>
            </a:schemeClr>
          </a:solidFill>
          <a:prstDash val="solid"/>
        </a:ln>
        <a:effectLst>
          <a:outerShdw blurRad="50800" dist="38100" dir="16200000" rotWithShape="0">
            <a:prstClr val="black">
              <a:alpha val="40000"/>
            </a:prstClr>
          </a:outerShdw>
        </a:effectLst>
      </dgm:spPr>
      <dgm:t>
        <a:bodyPr spcFirstLastPara="0" vert="horz" wrap="square" lIns="49530" tIns="49530" rIns="49530" bIns="49530" numCol="1" spcCol="1270" anchor="ctr" anchorCtr="0"/>
        <a:lstStyle/>
        <a:p>
          <a:r>
            <a:rPr lang="en-US" sz="1300" b="1" kern="1200" dirty="0"/>
            <a:t>High-Value, Low-Volume Products:</a:t>
          </a:r>
          <a:br>
            <a:rPr lang="en-US" sz="1300" b="1" kern="1200" dirty="0"/>
          </a:br>
          <a:r>
            <a:rPr lang="en-US" sz="1300" kern="1200" dirty="0">
              <a:solidFill>
                <a:prstClr val="black">
                  <a:hueOff val="0"/>
                  <a:satOff val="0"/>
                  <a:lumOff val="0"/>
                  <a:alphaOff val="0"/>
                </a:prstClr>
              </a:solidFill>
              <a:latin typeface="Garamond" panose="02020404030301010803"/>
              <a:ea typeface="+mn-ea"/>
              <a:cs typeface="+mn-cs"/>
            </a:rPr>
            <a:t>Certain</a:t>
          </a:r>
          <a:r>
            <a:rPr lang="en-US" sz="1300" kern="1200" dirty="0"/>
            <a:t> products are purchased in </a:t>
          </a:r>
          <a:r>
            <a:rPr lang="en-US" sz="1300" kern="1200" dirty="0">
              <a:solidFill>
                <a:prstClr val="black">
                  <a:hueOff val="0"/>
                  <a:satOff val="0"/>
                  <a:lumOff val="0"/>
                  <a:alphaOff val="0"/>
                </a:prstClr>
              </a:solidFill>
              <a:latin typeface="Garamond" panose="02020404030301010803"/>
              <a:ea typeface="+mn-ea"/>
              <a:cs typeface="+mn-cs"/>
            </a:rPr>
            <a:t>small</a:t>
          </a:r>
          <a:r>
            <a:rPr lang="en-US" sz="1300" kern="1200" dirty="0"/>
            <a:t> quantities (average of two units per order) yet generate high total revenue, indicating premium or high-margin items that significantly contribute to sales.</a:t>
          </a:r>
          <a:endParaRPr lang="en-IN" sz="1300" kern="1200" dirty="0"/>
        </a:p>
      </dgm:t>
    </dgm:pt>
    <dgm:pt modelId="{F762CFD8-7D8A-4452-845A-9C0DC316014C}" type="parTrans" cxnId="{A954A9DC-8D98-4CEB-AA93-A64CC5C1D6F5}">
      <dgm:prSet/>
      <dgm:spPr/>
      <dgm:t>
        <a:bodyPr/>
        <a:lstStyle/>
        <a:p>
          <a:endParaRPr lang="en-IN"/>
        </a:p>
      </dgm:t>
    </dgm:pt>
    <dgm:pt modelId="{359C6789-011F-4473-B290-B434F3BD3C8F}" type="sibTrans" cxnId="{A954A9DC-8D98-4CEB-AA93-A64CC5C1D6F5}">
      <dgm:prSet/>
      <dgm:spPr/>
      <dgm:t>
        <a:bodyPr/>
        <a:lstStyle/>
        <a:p>
          <a:endParaRPr lang="en-IN"/>
        </a:p>
      </dgm:t>
    </dgm:pt>
    <dgm:pt modelId="{366C101C-B207-4C5D-89F6-E2777822D710}">
      <dgm:prSet/>
      <dgm:spPr>
        <a:solidFill>
          <a:schemeClr val="accent1">
            <a:lumMod val="20000"/>
            <a:lumOff val="80000"/>
          </a:schemeClr>
        </a:solidFill>
        <a:ln w="38100">
          <a:solidFill>
            <a:schemeClr val="accent6">
              <a:lumMod val="50000"/>
            </a:schemeClr>
          </a:solidFill>
        </a:ln>
        <a:effectLst>
          <a:outerShdw blurRad="50800" dist="38100" dir="16200000" rotWithShape="0">
            <a:prstClr val="black">
              <a:alpha val="40000"/>
            </a:prstClr>
          </a:outerShdw>
        </a:effectLst>
      </dgm:spPr>
      <dgm:t>
        <a:bodyPr/>
        <a:lstStyle/>
        <a:p>
          <a:r>
            <a:rPr lang="en-US" b="1" dirty="0"/>
            <a:t>Customer Reach by Category: </a:t>
          </a:r>
          <a:r>
            <a:rPr lang="en-US" dirty="0"/>
            <a:t>Electronics has the widest customer base, followed by Wearable Tech and Photography, showing strong category-level demand concentration.</a:t>
          </a:r>
          <a:endParaRPr lang="en-IN" dirty="0"/>
        </a:p>
      </dgm:t>
    </dgm:pt>
    <dgm:pt modelId="{AB400D16-1AEF-4B08-A70A-AC8A95FC2599}" type="parTrans" cxnId="{E13ED643-A79F-4481-A369-884DB82F481E}">
      <dgm:prSet/>
      <dgm:spPr/>
      <dgm:t>
        <a:bodyPr/>
        <a:lstStyle/>
        <a:p>
          <a:endParaRPr lang="en-IN"/>
        </a:p>
      </dgm:t>
    </dgm:pt>
    <dgm:pt modelId="{D92FB63F-D389-49CC-BBB4-A6E45C828FB0}" type="sibTrans" cxnId="{E13ED643-A79F-4481-A369-884DB82F481E}">
      <dgm:prSet/>
      <dgm:spPr/>
      <dgm:t>
        <a:bodyPr/>
        <a:lstStyle/>
        <a:p>
          <a:endParaRPr lang="en-IN"/>
        </a:p>
      </dgm:t>
    </dgm:pt>
    <dgm:pt modelId="{E8F121AC-1D46-42AE-87FA-AF91F236AF52}">
      <dgm:prSet custT="1"/>
      <dgm:spPr>
        <a:solidFill>
          <a:schemeClr val="accent1">
            <a:lumMod val="20000"/>
            <a:lumOff val="80000"/>
          </a:schemeClr>
        </a:solidFill>
        <a:ln w="38100">
          <a:solidFill>
            <a:schemeClr val="accent6">
              <a:lumMod val="50000"/>
            </a:schemeClr>
          </a:solidFill>
        </a:ln>
        <a:effectLst>
          <a:outerShdw blurRad="50800" dist="38100" dir="16200000" rotWithShape="0">
            <a:prstClr val="black">
              <a:alpha val="40000"/>
            </a:prstClr>
          </a:outerShdw>
        </a:effectLst>
      </dgm:spPr>
      <dgm:t>
        <a:bodyPr/>
        <a:lstStyle/>
        <a:p>
          <a:r>
            <a:rPr lang="en-US" sz="1300" b="1" kern="1200" dirty="0"/>
            <a:t>Monthly Sales Performance: </a:t>
          </a:r>
          <a:br>
            <a:rPr lang="en-US" sz="1300" b="1" kern="1200" dirty="0"/>
          </a:br>
          <a:r>
            <a:rPr lang="en-US" sz="1300" kern="1200" dirty="0"/>
            <a:t>Sales show irregular </a:t>
          </a:r>
          <a:r>
            <a:rPr lang="en-US" sz="1300" kern="1200" dirty="0">
              <a:solidFill>
                <a:prstClr val="black">
                  <a:hueOff val="0"/>
                  <a:satOff val="0"/>
                  <a:lumOff val="0"/>
                  <a:alphaOff val="0"/>
                </a:prstClr>
              </a:solidFill>
              <a:latin typeface="Garamond" panose="02020404030301010803"/>
              <a:ea typeface="+mn-ea"/>
              <a:cs typeface="+mn-cs"/>
            </a:rPr>
            <a:t>month-on-month</a:t>
          </a:r>
          <a:r>
            <a:rPr lang="en-US" sz="1300" kern="1200" dirty="0"/>
            <a:t> movement with noticeable spikes and declines, reflecting seasonal demand patterns and revenue volatility.</a:t>
          </a:r>
          <a:endParaRPr lang="en-IN" sz="1300" kern="1200" dirty="0"/>
        </a:p>
      </dgm:t>
    </dgm:pt>
    <dgm:pt modelId="{08BCFDFC-9779-4791-95DE-C21F74666CE3}" type="parTrans" cxnId="{153EA9FF-3DAD-414E-A057-92105EA9D664}">
      <dgm:prSet/>
      <dgm:spPr/>
      <dgm:t>
        <a:bodyPr/>
        <a:lstStyle/>
        <a:p>
          <a:endParaRPr lang="en-IN"/>
        </a:p>
      </dgm:t>
    </dgm:pt>
    <dgm:pt modelId="{FF64EB8A-880C-40B7-BAF7-B37A7DC22A53}" type="sibTrans" cxnId="{153EA9FF-3DAD-414E-A057-92105EA9D664}">
      <dgm:prSet/>
      <dgm:spPr/>
      <dgm:t>
        <a:bodyPr/>
        <a:lstStyle/>
        <a:p>
          <a:endParaRPr lang="en-IN"/>
        </a:p>
      </dgm:t>
    </dgm:pt>
    <dgm:pt modelId="{0C6A1C01-2D8F-4424-9559-2123EFA1560C}">
      <dgm:prSet/>
      <dgm:spPr>
        <a:solidFill>
          <a:schemeClr val="accent1">
            <a:lumMod val="20000"/>
            <a:lumOff val="80000"/>
          </a:schemeClr>
        </a:solidFill>
        <a:ln w="38100">
          <a:solidFill>
            <a:schemeClr val="accent6">
              <a:lumMod val="50000"/>
            </a:schemeClr>
          </a:solidFill>
        </a:ln>
        <a:effectLst>
          <a:outerShdw blurRad="50800" dist="38100" dir="16200000" rotWithShape="0">
            <a:prstClr val="black">
              <a:alpha val="40000"/>
            </a:prstClr>
          </a:outerShdw>
        </a:effectLst>
      </dgm:spPr>
      <dgm:t>
        <a:bodyPr/>
        <a:lstStyle/>
        <a:p>
          <a:r>
            <a:rPr lang="en-US" b="1" dirty="0"/>
            <a:t>Low-Engagement Products: </a:t>
          </a:r>
          <a:br>
            <a:rPr lang="en-US" b="1" dirty="0"/>
          </a:br>
          <a:r>
            <a:rPr lang="en-US" dirty="0"/>
            <a:t>Some products are purchased by less than 40% of customers, indicating limited reach and potential need for pricing adjustments, promotions, or inventory rationalization.</a:t>
          </a:r>
          <a:endParaRPr lang="en-IN" dirty="0"/>
        </a:p>
      </dgm:t>
    </dgm:pt>
    <dgm:pt modelId="{8880C055-3BCC-4A6B-AF93-E48C38A38A6C}" type="parTrans" cxnId="{B5AADBF7-1A27-494D-B8FE-5401EB6CB451}">
      <dgm:prSet/>
      <dgm:spPr/>
      <dgm:t>
        <a:bodyPr/>
        <a:lstStyle/>
        <a:p>
          <a:endParaRPr lang="en-IN"/>
        </a:p>
      </dgm:t>
    </dgm:pt>
    <dgm:pt modelId="{F0775B66-6B61-4C40-8890-6EFF2F672C33}" type="sibTrans" cxnId="{B5AADBF7-1A27-494D-B8FE-5401EB6CB451}">
      <dgm:prSet/>
      <dgm:spPr/>
      <dgm:t>
        <a:bodyPr/>
        <a:lstStyle/>
        <a:p>
          <a:endParaRPr lang="en-IN"/>
        </a:p>
      </dgm:t>
    </dgm:pt>
    <dgm:pt modelId="{EAC4A5A9-3FD3-433A-B029-ACB6620A91BE}">
      <dgm:prSet/>
      <dgm:spPr>
        <a:solidFill>
          <a:schemeClr val="accent1">
            <a:lumMod val="20000"/>
            <a:lumOff val="80000"/>
          </a:schemeClr>
        </a:solidFill>
        <a:ln w="38100">
          <a:solidFill>
            <a:schemeClr val="accent6">
              <a:lumMod val="50000"/>
            </a:schemeClr>
          </a:solidFill>
        </a:ln>
        <a:effectLst>
          <a:outerShdw blurRad="50800" dist="38100" dir="16200000" rotWithShape="0">
            <a:prstClr val="black">
              <a:alpha val="40000"/>
            </a:prstClr>
          </a:outerShdw>
        </a:effectLst>
      </dgm:spPr>
      <dgm:t>
        <a:bodyPr/>
        <a:lstStyle/>
        <a:p>
          <a:r>
            <a:rPr lang="en-US" b="1" dirty="0"/>
            <a:t>Average Order Value Trend: </a:t>
          </a:r>
          <a:r>
            <a:rPr lang="en-US" dirty="0"/>
            <a:t>Average order value fluctuates across months, with a major increase in December and declines in certain periods, suggesting the influence of seasonal factors and promotional activity on customer spending.</a:t>
          </a:r>
          <a:endParaRPr lang="en-IN" dirty="0"/>
        </a:p>
      </dgm:t>
    </dgm:pt>
    <dgm:pt modelId="{A93B425F-1735-4199-A128-904C02D93E73}" type="parTrans" cxnId="{4B917E53-2470-4DA5-8DBC-8E92E72976FC}">
      <dgm:prSet/>
      <dgm:spPr/>
      <dgm:t>
        <a:bodyPr/>
        <a:lstStyle/>
        <a:p>
          <a:endParaRPr lang="en-IN"/>
        </a:p>
      </dgm:t>
    </dgm:pt>
    <dgm:pt modelId="{353BD0BA-4A94-4A18-8B84-D87DF49CFDC8}" type="sibTrans" cxnId="{4B917E53-2470-4DA5-8DBC-8E92E72976FC}">
      <dgm:prSet/>
      <dgm:spPr/>
      <dgm:t>
        <a:bodyPr/>
        <a:lstStyle/>
        <a:p>
          <a:endParaRPr lang="en-IN"/>
        </a:p>
      </dgm:t>
    </dgm:pt>
    <dgm:pt modelId="{58EFC500-AEA1-44EF-848A-BE1A2D6779EE}">
      <dgm:prSet/>
      <dgm:spPr>
        <a:solidFill>
          <a:schemeClr val="accent1">
            <a:lumMod val="20000"/>
            <a:lumOff val="80000"/>
          </a:schemeClr>
        </a:solidFill>
        <a:ln w="38100">
          <a:solidFill>
            <a:schemeClr val="accent6">
              <a:lumMod val="50000"/>
            </a:schemeClr>
          </a:solidFill>
        </a:ln>
        <a:effectLst>
          <a:outerShdw blurRad="50800" dist="38100" dir="16200000" rotWithShape="0">
            <a:prstClr val="black">
              <a:alpha val="40000"/>
            </a:prstClr>
          </a:outerShdw>
        </a:effectLst>
      </dgm:spPr>
      <dgm:t>
        <a:bodyPr/>
        <a:lstStyle/>
        <a:p>
          <a:r>
            <a:rPr lang="en-US" b="1" dirty="0"/>
            <a:t>Fast-Moving Products: </a:t>
          </a:r>
          <a:br>
            <a:rPr lang="en-US" b="1" dirty="0"/>
          </a:br>
          <a:r>
            <a:rPr lang="en-US" b="0" dirty="0"/>
            <a:t>The</a:t>
          </a:r>
          <a:r>
            <a:rPr lang="en-US" b="1" dirty="0"/>
            <a:t> </a:t>
          </a:r>
          <a:r>
            <a:rPr lang="en-US" dirty="0"/>
            <a:t>top five most frequently ordered products demonstrate high demand and rapid turnover, requiring frequent restocking to avoid inventory shortages.</a:t>
          </a:r>
          <a:endParaRPr lang="en-IN" dirty="0"/>
        </a:p>
      </dgm:t>
    </dgm:pt>
    <dgm:pt modelId="{937F893C-B3DA-4F3A-927C-341B3CD9AECB}" type="parTrans" cxnId="{878F21ED-D4E5-4DE5-9E53-F347C1E94E8D}">
      <dgm:prSet/>
      <dgm:spPr/>
      <dgm:t>
        <a:bodyPr/>
        <a:lstStyle/>
        <a:p>
          <a:endParaRPr lang="en-IN"/>
        </a:p>
      </dgm:t>
    </dgm:pt>
    <dgm:pt modelId="{AEF932FE-2553-4D2F-B1A3-AEDEDEF4BA65}" type="sibTrans" cxnId="{878F21ED-D4E5-4DE5-9E53-F347C1E94E8D}">
      <dgm:prSet/>
      <dgm:spPr/>
      <dgm:t>
        <a:bodyPr/>
        <a:lstStyle/>
        <a:p>
          <a:endParaRPr lang="en-IN"/>
        </a:p>
      </dgm:t>
    </dgm:pt>
    <dgm:pt modelId="{F28728AD-7DE0-4C36-A502-9EB8F827A0A9}">
      <dgm:prSet/>
      <dgm:spPr>
        <a:solidFill>
          <a:schemeClr val="accent1">
            <a:lumMod val="20000"/>
            <a:lumOff val="80000"/>
          </a:schemeClr>
        </a:solidFill>
        <a:ln w="38100">
          <a:solidFill>
            <a:schemeClr val="accent6">
              <a:lumMod val="50000"/>
            </a:schemeClr>
          </a:solidFill>
        </a:ln>
        <a:effectLst>
          <a:outerShdw blurRad="50800" dist="38100" dir="16200000" rotWithShape="0">
            <a:prstClr val="black">
              <a:alpha val="40000"/>
            </a:prstClr>
          </a:outerShdw>
        </a:effectLst>
      </dgm:spPr>
      <dgm:t>
        <a:bodyPr/>
        <a:lstStyle/>
        <a:p>
          <a:r>
            <a:rPr lang="en-US" b="1" dirty="0"/>
            <a:t>Customer Acquisition Trend: </a:t>
          </a:r>
          <a:br>
            <a:rPr lang="en-US" b="1" dirty="0"/>
          </a:br>
          <a:r>
            <a:rPr lang="en-US" dirty="0"/>
            <a:t>New customer acquisition varies by month, providing insight into when marketing and expansion efforts are most effective.</a:t>
          </a:r>
          <a:endParaRPr lang="en-IN" dirty="0"/>
        </a:p>
      </dgm:t>
    </dgm:pt>
    <dgm:pt modelId="{6863BE5D-E2E4-4D41-942E-429D0842DEFF}" type="parTrans" cxnId="{4B49BB14-5D80-493D-940D-079B589B3176}">
      <dgm:prSet/>
      <dgm:spPr/>
      <dgm:t>
        <a:bodyPr/>
        <a:lstStyle/>
        <a:p>
          <a:endParaRPr lang="en-IN"/>
        </a:p>
      </dgm:t>
    </dgm:pt>
    <dgm:pt modelId="{81CFBEB8-E886-47C8-BE9B-5695D27E6B6E}" type="sibTrans" cxnId="{4B49BB14-5D80-493D-940D-079B589B3176}">
      <dgm:prSet/>
      <dgm:spPr/>
      <dgm:t>
        <a:bodyPr/>
        <a:lstStyle/>
        <a:p>
          <a:endParaRPr lang="en-IN"/>
        </a:p>
      </dgm:t>
    </dgm:pt>
    <dgm:pt modelId="{6A8ACEAA-F862-48C9-85E9-CE885C939567}">
      <dgm:prSet/>
      <dgm:spPr>
        <a:solidFill>
          <a:schemeClr val="accent1">
            <a:lumMod val="20000"/>
            <a:lumOff val="80000"/>
          </a:schemeClr>
        </a:solidFill>
        <a:ln w="38100">
          <a:solidFill>
            <a:schemeClr val="accent6">
              <a:lumMod val="50000"/>
            </a:schemeClr>
          </a:solidFill>
        </a:ln>
        <a:effectLst>
          <a:outerShdw blurRad="50800" dist="38100" dir="18900000" algn="bl" rotWithShape="0">
            <a:prstClr val="black">
              <a:alpha val="40000"/>
            </a:prstClr>
          </a:outerShdw>
        </a:effectLst>
      </dgm:spPr>
      <dgm:t>
        <a:bodyPr/>
        <a:lstStyle/>
        <a:p>
          <a:r>
            <a:rPr lang="en-US" b="1" dirty="0"/>
            <a:t>Peak Sales Periods:</a:t>
          </a:r>
          <a:br>
            <a:rPr lang="en-US" b="1" dirty="0"/>
          </a:br>
          <a:r>
            <a:rPr lang="en-US" dirty="0"/>
            <a:t>The top three highest-sales months represent peak demand periods, supporting better planning for inventory, staffing, and targeted marketing campaigns.</a:t>
          </a:r>
          <a:endParaRPr lang="en-IN" dirty="0"/>
        </a:p>
      </dgm:t>
    </dgm:pt>
    <dgm:pt modelId="{B3CE2C1C-313B-4BC1-94E2-75F713CA6B7A}" type="parTrans" cxnId="{CB9F2E90-E067-46A0-AC71-C08830851E21}">
      <dgm:prSet/>
      <dgm:spPr/>
      <dgm:t>
        <a:bodyPr/>
        <a:lstStyle/>
        <a:p>
          <a:endParaRPr lang="en-IN"/>
        </a:p>
      </dgm:t>
    </dgm:pt>
    <dgm:pt modelId="{B8CD0D24-B36C-47BA-805D-EF872CAFEA4D}" type="sibTrans" cxnId="{CB9F2E90-E067-46A0-AC71-C08830851E21}">
      <dgm:prSet/>
      <dgm:spPr/>
      <dgm:t>
        <a:bodyPr/>
        <a:lstStyle/>
        <a:p>
          <a:endParaRPr lang="en-IN"/>
        </a:p>
      </dgm:t>
    </dgm:pt>
    <dgm:pt modelId="{9A10F679-7972-4D6E-840B-A336365D85F8}" type="pres">
      <dgm:prSet presAssocID="{64C5159A-B60B-4183-80C4-7E75DD423E19}" presName="diagram" presStyleCnt="0">
        <dgm:presLayoutVars>
          <dgm:dir/>
          <dgm:resizeHandles val="exact"/>
        </dgm:presLayoutVars>
      </dgm:prSet>
      <dgm:spPr/>
    </dgm:pt>
    <dgm:pt modelId="{3417D76A-4090-4CE7-8F16-EE3A62ED9EB4}" type="pres">
      <dgm:prSet presAssocID="{AB70B0C0-A661-43C9-87FE-EEF32FA18D8C}" presName="node" presStyleLbl="node1" presStyleIdx="0" presStyleCnt="10">
        <dgm:presLayoutVars>
          <dgm:bulletEnabled val="1"/>
        </dgm:presLayoutVars>
      </dgm:prSet>
      <dgm:spPr>
        <a:xfrm>
          <a:off x="3145" y="597341"/>
          <a:ext cx="2495756" cy="1497453"/>
        </a:xfrm>
        <a:prstGeom prst="rect">
          <a:avLst/>
        </a:prstGeom>
      </dgm:spPr>
    </dgm:pt>
    <dgm:pt modelId="{37DE9E01-82A8-4F1B-8771-B9DB4542B304}" type="pres">
      <dgm:prSet presAssocID="{52F9F6E6-4556-4EAC-8458-4F26796F4511}" presName="sibTrans" presStyleCnt="0"/>
      <dgm:spPr/>
    </dgm:pt>
    <dgm:pt modelId="{6591787B-84EA-4583-AF62-E7FA68DD7A6F}" type="pres">
      <dgm:prSet presAssocID="{06F3EB22-B89F-475C-9D8E-D8B40D8A672D}" presName="node" presStyleLbl="node1" presStyleIdx="1" presStyleCnt="10">
        <dgm:presLayoutVars>
          <dgm:bulletEnabled val="1"/>
        </dgm:presLayoutVars>
      </dgm:prSet>
      <dgm:spPr>
        <a:xfrm>
          <a:off x="2748477" y="597341"/>
          <a:ext cx="2495756" cy="1497453"/>
        </a:xfrm>
        <a:prstGeom prst="rect">
          <a:avLst/>
        </a:prstGeom>
      </dgm:spPr>
    </dgm:pt>
    <dgm:pt modelId="{EDCE1D37-E51C-4A37-8D03-63CFE894DCEA}" type="pres">
      <dgm:prSet presAssocID="{6B34E0AF-66DE-4FAE-A2CB-A246B4F0E9CE}" presName="sibTrans" presStyleCnt="0"/>
      <dgm:spPr/>
    </dgm:pt>
    <dgm:pt modelId="{823FE14E-4D18-49E8-B7AD-9ED210B18AA6}" type="pres">
      <dgm:prSet presAssocID="{5AC39184-EFC9-4A9E-B48A-DF85685F2CC7}" presName="node" presStyleLbl="node1" presStyleIdx="2" presStyleCnt="10">
        <dgm:presLayoutVars>
          <dgm:bulletEnabled val="1"/>
        </dgm:presLayoutVars>
      </dgm:prSet>
      <dgm:spPr>
        <a:xfrm>
          <a:off x="5493809" y="597341"/>
          <a:ext cx="2495756" cy="1497453"/>
        </a:xfrm>
        <a:prstGeom prst="rect">
          <a:avLst/>
        </a:prstGeom>
      </dgm:spPr>
    </dgm:pt>
    <dgm:pt modelId="{5467A33C-AEFA-4CAA-BDDC-1DCCF076937A}" type="pres">
      <dgm:prSet presAssocID="{359C6789-011F-4473-B290-B434F3BD3C8F}" presName="sibTrans" presStyleCnt="0"/>
      <dgm:spPr/>
    </dgm:pt>
    <dgm:pt modelId="{99BC0943-2012-496F-A36E-75EB21BB6D58}" type="pres">
      <dgm:prSet presAssocID="{366C101C-B207-4C5D-89F6-E2777822D710}" presName="node" presStyleLbl="node1" presStyleIdx="3" presStyleCnt="10">
        <dgm:presLayoutVars>
          <dgm:bulletEnabled val="1"/>
        </dgm:presLayoutVars>
      </dgm:prSet>
      <dgm:spPr/>
    </dgm:pt>
    <dgm:pt modelId="{A9F0BA87-FECA-474E-B35B-BCCDCB36D749}" type="pres">
      <dgm:prSet presAssocID="{D92FB63F-D389-49CC-BBB4-A6E45C828FB0}" presName="sibTrans" presStyleCnt="0"/>
      <dgm:spPr/>
    </dgm:pt>
    <dgm:pt modelId="{F3BCA5DE-BCE9-4167-A73C-5814B5857D7F}" type="pres">
      <dgm:prSet presAssocID="{E8F121AC-1D46-42AE-87FA-AF91F236AF52}" presName="node" presStyleLbl="node1" presStyleIdx="4" presStyleCnt="10">
        <dgm:presLayoutVars>
          <dgm:bulletEnabled val="1"/>
        </dgm:presLayoutVars>
      </dgm:prSet>
      <dgm:spPr/>
    </dgm:pt>
    <dgm:pt modelId="{4F56694F-7471-4DD7-8AF0-87C609B3F274}" type="pres">
      <dgm:prSet presAssocID="{FF64EB8A-880C-40B7-BAF7-B37A7DC22A53}" presName="sibTrans" presStyleCnt="0"/>
      <dgm:spPr/>
    </dgm:pt>
    <dgm:pt modelId="{D4569B74-61DF-42E4-8C0C-6C066D0E0DC5}" type="pres">
      <dgm:prSet presAssocID="{0C6A1C01-2D8F-4424-9559-2123EFA1560C}" presName="node" presStyleLbl="node1" presStyleIdx="5" presStyleCnt="10">
        <dgm:presLayoutVars>
          <dgm:bulletEnabled val="1"/>
        </dgm:presLayoutVars>
      </dgm:prSet>
      <dgm:spPr/>
    </dgm:pt>
    <dgm:pt modelId="{779D13EC-C34B-4332-BF9E-6D7C3B838411}" type="pres">
      <dgm:prSet presAssocID="{F0775B66-6B61-4C40-8890-6EFF2F672C33}" presName="sibTrans" presStyleCnt="0"/>
      <dgm:spPr/>
    </dgm:pt>
    <dgm:pt modelId="{80BAF472-8F07-4A90-A8F8-F044677643B6}" type="pres">
      <dgm:prSet presAssocID="{EAC4A5A9-3FD3-433A-B029-ACB6620A91BE}" presName="node" presStyleLbl="node1" presStyleIdx="6" presStyleCnt="10">
        <dgm:presLayoutVars>
          <dgm:bulletEnabled val="1"/>
        </dgm:presLayoutVars>
      </dgm:prSet>
      <dgm:spPr/>
    </dgm:pt>
    <dgm:pt modelId="{F971F56C-3160-4424-B30A-1E9084A19EDF}" type="pres">
      <dgm:prSet presAssocID="{353BD0BA-4A94-4A18-8B84-D87DF49CFDC8}" presName="sibTrans" presStyleCnt="0"/>
      <dgm:spPr/>
    </dgm:pt>
    <dgm:pt modelId="{17239E98-DB96-40AF-A499-F7D692F7A5E1}" type="pres">
      <dgm:prSet presAssocID="{58EFC500-AEA1-44EF-848A-BE1A2D6779EE}" presName="node" presStyleLbl="node1" presStyleIdx="7" presStyleCnt="10">
        <dgm:presLayoutVars>
          <dgm:bulletEnabled val="1"/>
        </dgm:presLayoutVars>
      </dgm:prSet>
      <dgm:spPr/>
    </dgm:pt>
    <dgm:pt modelId="{0FFA062A-A8AB-4B9A-A09C-820FEDCAAB40}" type="pres">
      <dgm:prSet presAssocID="{AEF932FE-2553-4D2F-B1A3-AEDEDEF4BA65}" presName="sibTrans" presStyleCnt="0"/>
      <dgm:spPr/>
    </dgm:pt>
    <dgm:pt modelId="{75E2036D-ACAE-4A9E-AA8E-243EFE0F885E}" type="pres">
      <dgm:prSet presAssocID="{F28728AD-7DE0-4C36-A502-9EB8F827A0A9}" presName="node" presStyleLbl="node1" presStyleIdx="8" presStyleCnt="10">
        <dgm:presLayoutVars>
          <dgm:bulletEnabled val="1"/>
        </dgm:presLayoutVars>
      </dgm:prSet>
      <dgm:spPr/>
    </dgm:pt>
    <dgm:pt modelId="{31FBAC1A-AC95-48DE-A66D-1F4182BA04A0}" type="pres">
      <dgm:prSet presAssocID="{81CFBEB8-E886-47C8-BE9B-5695D27E6B6E}" presName="sibTrans" presStyleCnt="0"/>
      <dgm:spPr/>
    </dgm:pt>
    <dgm:pt modelId="{103A2C08-FC68-445E-9C90-1F698EA3E4FE}" type="pres">
      <dgm:prSet presAssocID="{6A8ACEAA-F862-48C9-85E9-CE885C939567}" presName="node" presStyleLbl="node1" presStyleIdx="9" presStyleCnt="10">
        <dgm:presLayoutVars>
          <dgm:bulletEnabled val="1"/>
        </dgm:presLayoutVars>
      </dgm:prSet>
      <dgm:spPr/>
    </dgm:pt>
  </dgm:ptLst>
  <dgm:cxnLst>
    <dgm:cxn modelId="{D7A7AA01-5B7A-46CA-A7E2-87A5355D0787}" srcId="{64C5159A-B60B-4183-80C4-7E75DD423E19}" destId="{AB70B0C0-A661-43C9-87FE-EEF32FA18D8C}" srcOrd="0" destOrd="0" parTransId="{F32BD5ED-AA8F-4935-84C5-563C5074F94A}" sibTransId="{52F9F6E6-4556-4EAC-8458-4F26796F4511}"/>
    <dgm:cxn modelId="{A7428505-C1A4-4DA6-9B79-BFF21CC4C0D5}" srcId="{64C5159A-B60B-4183-80C4-7E75DD423E19}" destId="{06F3EB22-B89F-475C-9D8E-D8B40D8A672D}" srcOrd="1" destOrd="0" parTransId="{0F41D555-A49A-47D3-915F-D6DF9B4B6D83}" sibTransId="{6B34E0AF-66DE-4FAE-A2CB-A246B4F0E9CE}"/>
    <dgm:cxn modelId="{1F02E20C-B94C-44C8-A5C4-B73C202B575A}" type="presOf" srcId="{0C6A1C01-2D8F-4424-9559-2123EFA1560C}" destId="{D4569B74-61DF-42E4-8C0C-6C066D0E0DC5}" srcOrd="0" destOrd="0" presId="urn:microsoft.com/office/officeart/2005/8/layout/default"/>
    <dgm:cxn modelId="{4B49BB14-5D80-493D-940D-079B589B3176}" srcId="{64C5159A-B60B-4183-80C4-7E75DD423E19}" destId="{F28728AD-7DE0-4C36-A502-9EB8F827A0A9}" srcOrd="8" destOrd="0" parTransId="{6863BE5D-E2E4-4D41-942E-429D0842DEFF}" sibTransId="{81CFBEB8-E886-47C8-BE9B-5695D27E6B6E}"/>
    <dgm:cxn modelId="{02943917-380E-48B1-9EEC-6780D256B9D1}" type="presOf" srcId="{5AC39184-EFC9-4A9E-B48A-DF85685F2CC7}" destId="{823FE14E-4D18-49E8-B7AD-9ED210B18AA6}" srcOrd="0" destOrd="0" presId="urn:microsoft.com/office/officeart/2005/8/layout/default"/>
    <dgm:cxn modelId="{5BEFF71F-0AEF-41AA-80ED-77C5423FCAA9}" type="presOf" srcId="{6A8ACEAA-F862-48C9-85E9-CE885C939567}" destId="{103A2C08-FC68-445E-9C90-1F698EA3E4FE}" srcOrd="0" destOrd="0" presId="urn:microsoft.com/office/officeart/2005/8/layout/default"/>
    <dgm:cxn modelId="{99250B37-9964-4317-A0E9-DA5B8371C56F}" type="presOf" srcId="{64C5159A-B60B-4183-80C4-7E75DD423E19}" destId="{9A10F679-7972-4D6E-840B-A336365D85F8}" srcOrd="0" destOrd="0" presId="urn:microsoft.com/office/officeart/2005/8/layout/default"/>
    <dgm:cxn modelId="{EDC3AF3B-AA44-4F26-B69C-55BE038DCDF6}" type="presOf" srcId="{E8F121AC-1D46-42AE-87FA-AF91F236AF52}" destId="{F3BCA5DE-BCE9-4167-A73C-5814B5857D7F}" srcOrd="0" destOrd="0" presId="urn:microsoft.com/office/officeart/2005/8/layout/default"/>
    <dgm:cxn modelId="{E13ED643-A79F-4481-A369-884DB82F481E}" srcId="{64C5159A-B60B-4183-80C4-7E75DD423E19}" destId="{366C101C-B207-4C5D-89F6-E2777822D710}" srcOrd="3" destOrd="0" parTransId="{AB400D16-1AEF-4B08-A70A-AC8A95FC2599}" sibTransId="{D92FB63F-D389-49CC-BBB4-A6E45C828FB0}"/>
    <dgm:cxn modelId="{B8239665-7610-4696-B257-E70E498ED345}" type="presOf" srcId="{AB70B0C0-A661-43C9-87FE-EEF32FA18D8C}" destId="{3417D76A-4090-4CE7-8F16-EE3A62ED9EB4}" srcOrd="0" destOrd="0" presId="urn:microsoft.com/office/officeart/2005/8/layout/default"/>
    <dgm:cxn modelId="{D18AD046-A4E8-4089-A99A-3B9E1019CBCD}" type="presOf" srcId="{F28728AD-7DE0-4C36-A502-9EB8F827A0A9}" destId="{75E2036D-ACAE-4A9E-AA8E-243EFE0F885E}" srcOrd="0" destOrd="0" presId="urn:microsoft.com/office/officeart/2005/8/layout/default"/>
    <dgm:cxn modelId="{7FC46049-09E5-4AC7-8C44-9FF780D0965A}" type="presOf" srcId="{366C101C-B207-4C5D-89F6-E2777822D710}" destId="{99BC0943-2012-496F-A36E-75EB21BB6D58}" srcOrd="0" destOrd="0" presId="urn:microsoft.com/office/officeart/2005/8/layout/default"/>
    <dgm:cxn modelId="{4B917E53-2470-4DA5-8DBC-8E92E72976FC}" srcId="{64C5159A-B60B-4183-80C4-7E75DD423E19}" destId="{EAC4A5A9-3FD3-433A-B029-ACB6620A91BE}" srcOrd="6" destOrd="0" parTransId="{A93B425F-1735-4199-A128-904C02D93E73}" sibTransId="{353BD0BA-4A94-4A18-8B84-D87DF49CFDC8}"/>
    <dgm:cxn modelId="{83EB0E5A-5716-46A0-AE56-0A09BCBFCE7B}" type="presOf" srcId="{58EFC500-AEA1-44EF-848A-BE1A2D6779EE}" destId="{17239E98-DB96-40AF-A499-F7D692F7A5E1}" srcOrd="0" destOrd="0" presId="urn:microsoft.com/office/officeart/2005/8/layout/default"/>
    <dgm:cxn modelId="{CB9F2E90-E067-46A0-AC71-C08830851E21}" srcId="{64C5159A-B60B-4183-80C4-7E75DD423E19}" destId="{6A8ACEAA-F862-48C9-85E9-CE885C939567}" srcOrd="9" destOrd="0" parTransId="{B3CE2C1C-313B-4BC1-94E2-75F713CA6B7A}" sibTransId="{B8CD0D24-B36C-47BA-805D-EF872CAFEA4D}"/>
    <dgm:cxn modelId="{B22B18C4-EABC-4E52-A730-7180FF2B5D78}" type="presOf" srcId="{06F3EB22-B89F-475C-9D8E-D8B40D8A672D}" destId="{6591787B-84EA-4583-AF62-E7FA68DD7A6F}" srcOrd="0" destOrd="0" presId="urn:microsoft.com/office/officeart/2005/8/layout/default"/>
    <dgm:cxn modelId="{A954A9DC-8D98-4CEB-AA93-A64CC5C1D6F5}" srcId="{64C5159A-B60B-4183-80C4-7E75DD423E19}" destId="{5AC39184-EFC9-4A9E-B48A-DF85685F2CC7}" srcOrd="2" destOrd="0" parTransId="{F762CFD8-7D8A-4452-845A-9C0DC316014C}" sibTransId="{359C6789-011F-4473-B290-B434F3BD3C8F}"/>
    <dgm:cxn modelId="{4091D7EB-6AFA-4F51-9030-B9D205056D21}" type="presOf" srcId="{EAC4A5A9-3FD3-433A-B029-ACB6620A91BE}" destId="{80BAF472-8F07-4A90-A8F8-F044677643B6}" srcOrd="0" destOrd="0" presId="urn:microsoft.com/office/officeart/2005/8/layout/default"/>
    <dgm:cxn modelId="{878F21ED-D4E5-4DE5-9E53-F347C1E94E8D}" srcId="{64C5159A-B60B-4183-80C4-7E75DD423E19}" destId="{58EFC500-AEA1-44EF-848A-BE1A2D6779EE}" srcOrd="7" destOrd="0" parTransId="{937F893C-B3DA-4F3A-927C-341B3CD9AECB}" sibTransId="{AEF932FE-2553-4D2F-B1A3-AEDEDEF4BA65}"/>
    <dgm:cxn modelId="{B5AADBF7-1A27-494D-B8FE-5401EB6CB451}" srcId="{64C5159A-B60B-4183-80C4-7E75DD423E19}" destId="{0C6A1C01-2D8F-4424-9559-2123EFA1560C}" srcOrd="5" destOrd="0" parTransId="{8880C055-3BCC-4A6B-AF93-E48C38A38A6C}" sibTransId="{F0775B66-6B61-4C40-8890-6EFF2F672C33}"/>
    <dgm:cxn modelId="{153EA9FF-3DAD-414E-A057-92105EA9D664}" srcId="{64C5159A-B60B-4183-80C4-7E75DD423E19}" destId="{E8F121AC-1D46-42AE-87FA-AF91F236AF52}" srcOrd="4" destOrd="0" parTransId="{08BCFDFC-9779-4791-95DE-C21F74666CE3}" sibTransId="{FF64EB8A-880C-40B7-BAF7-B37A7DC22A53}"/>
    <dgm:cxn modelId="{620D93B0-8165-4B88-9BBA-2AFDF1269E82}" type="presParOf" srcId="{9A10F679-7972-4D6E-840B-A336365D85F8}" destId="{3417D76A-4090-4CE7-8F16-EE3A62ED9EB4}" srcOrd="0" destOrd="0" presId="urn:microsoft.com/office/officeart/2005/8/layout/default"/>
    <dgm:cxn modelId="{16D10E06-027D-4DB8-98E0-7F84AF9B602C}" type="presParOf" srcId="{9A10F679-7972-4D6E-840B-A336365D85F8}" destId="{37DE9E01-82A8-4F1B-8771-B9DB4542B304}" srcOrd="1" destOrd="0" presId="urn:microsoft.com/office/officeart/2005/8/layout/default"/>
    <dgm:cxn modelId="{E14F57F1-7F3E-404D-8B33-41310A21E802}" type="presParOf" srcId="{9A10F679-7972-4D6E-840B-A336365D85F8}" destId="{6591787B-84EA-4583-AF62-E7FA68DD7A6F}" srcOrd="2" destOrd="0" presId="urn:microsoft.com/office/officeart/2005/8/layout/default"/>
    <dgm:cxn modelId="{DE297E03-11A9-4EC2-9CF6-97FC38B4D6F0}" type="presParOf" srcId="{9A10F679-7972-4D6E-840B-A336365D85F8}" destId="{EDCE1D37-E51C-4A37-8D03-63CFE894DCEA}" srcOrd="3" destOrd="0" presId="urn:microsoft.com/office/officeart/2005/8/layout/default"/>
    <dgm:cxn modelId="{C56CCD71-D3EB-4C68-93F3-E33DAA55840C}" type="presParOf" srcId="{9A10F679-7972-4D6E-840B-A336365D85F8}" destId="{823FE14E-4D18-49E8-B7AD-9ED210B18AA6}" srcOrd="4" destOrd="0" presId="urn:microsoft.com/office/officeart/2005/8/layout/default"/>
    <dgm:cxn modelId="{C1D57E9D-1F8A-4849-811D-6746EC360992}" type="presParOf" srcId="{9A10F679-7972-4D6E-840B-A336365D85F8}" destId="{5467A33C-AEFA-4CAA-BDDC-1DCCF076937A}" srcOrd="5" destOrd="0" presId="urn:microsoft.com/office/officeart/2005/8/layout/default"/>
    <dgm:cxn modelId="{A8563710-A164-4CA5-BF1C-6839441D8234}" type="presParOf" srcId="{9A10F679-7972-4D6E-840B-A336365D85F8}" destId="{99BC0943-2012-496F-A36E-75EB21BB6D58}" srcOrd="6" destOrd="0" presId="urn:microsoft.com/office/officeart/2005/8/layout/default"/>
    <dgm:cxn modelId="{087B0223-C965-448C-BDBD-8983F727E350}" type="presParOf" srcId="{9A10F679-7972-4D6E-840B-A336365D85F8}" destId="{A9F0BA87-FECA-474E-B35B-BCCDCB36D749}" srcOrd="7" destOrd="0" presId="urn:microsoft.com/office/officeart/2005/8/layout/default"/>
    <dgm:cxn modelId="{EB685713-BD9D-4524-8CD1-8DFBC0B71D5E}" type="presParOf" srcId="{9A10F679-7972-4D6E-840B-A336365D85F8}" destId="{F3BCA5DE-BCE9-4167-A73C-5814B5857D7F}" srcOrd="8" destOrd="0" presId="urn:microsoft.com/office/officeart/2005/8/layout/default"/>
    <dgm:cxn modelId="{B2CB8560-E76C-4324-9F34-1F4FC9B910F9}" type="presParOf" srcId="{9A10F679-7972-4D6E-840B-A336365D85F8}" destId="{4F56694F-7471-4DD7-8AF0-87C609B3F274}" srcOrd="9" destOrd="0" presId="urn:microsoft.com/office/officeart/2005/8/layout/default"/>
    <dgm:cxn modelId="{CE43AECE-2629-41E1-BE78-CCE90C9F4D6F}" type="presParOf" srcId="{9A10F679-7972-4D6E-840B-A336365D85F8}" destId="{D4569B74-61DF-42E4-8C0C-6C066D0E0DC5}" srcOrd="10" destOrd="0" presId="urn:microsoft.com/office/officeart/2005/8/layout/default"/>
    <dgm:cxn modelId="{08EB2FD2-413E-4CDC-AED7-AB60040E2CFD}" type="presParOf" srcId="{9A10F679-7972-4D6E-840B-A336365D85F8}" destId="{779D13EC-C34B-4332-BF9E-6D7C3B838411}" srcOrd="11" destOrd="0" presId="urn:microsoft.com/office/officeart/2005/8/layout/default"/>
    <dgm:cxn modelId="{BCAD8E91-46A0-4B75-B140-505D2186C0E2}" type="presParOf" srcId="{9A10F679-7972-4D6E-840B-A336365D85F8}" destId="{80BAF472-8F07-4A90-A8F8-F044677643B6}" srcOrd="12" destOrd="0" presId="urn:microsoft.com/office/officeart/2005/8/layout/default"/>
    <dgm:cxn modelId="{92775974-CA61-42B1-8142-36FF6F87B1E7}" type="presParOf" srcId="{9A10F679-7972-4D6E-840B-A336365D85F8}" destId="{F971F56C-3160-4424-B30A-1E9084A19EDF}" srcOrd="13" destOrd="0" presId="urn:microsoft.com/office/officeart/2005/8/layout/default"/>
    <dgm:cxn modelId="{E77A264C-7FFE-4B0F-A968-8B788F067575}" type="presParOf" srcId="{9A10F679-7972-4D6E-840B-A336365D85F8}" destId="{17239E98-DB96-40AF-A499-F7D692F7A5E1}" srcOrd="14" destOrd="0" presId="urn:microsoft.com/office/officeart/2005/8/layout/default"/>
    <dgm:cxn modelId="{95DF38FA-0F03-4A32-BC21-A7D4067FF27B}" type="presParOf" srcId="{9A10F679-7972-4D6E-840B-A336365D85F8}" destId="{0FFA062A-A8AB-4B9A-A09C-820FEDCAAB40}" srcOrd="15" destOrd="0" presId="urn:microsoft.com/office/officeart/2005/8/layout/default"/>
    <dgm:cxn modelId="{376573A3-F636-4005-BBC5-B022B7686419}" type="presParOf" srcId="{9A10F679-7972-4D6E-840B-A336365D85F8}" destId="{75E2036D-ACAE-4A9E-AA8E-243EFE0F885E}" srcOrd="16" destOrd="0" presId="urn:microsoft.com/office/officeart/2005/8/layout/default"/>
    <dgm:cxn modelId="{11A9297C-5257-44CB-93CB-70620B2FBB1C}" type="presParOf" srcId="{9A10F679-7972-4D6E-840B-A336365D85F8}" destId="{31FBAC1A-AC95-48DE-A66D-1F4182BA04A0}" srcOrd="17" destOrd="0" presId="urn:microsoft.com/office/officeart/2005/8/layout/default"/>
    <dgm:cxn modelId="{80593487-E351-40C1-A6CE-CBAA50B8D50E}" type="presParOf" srcId="{9A10F679-7972-4D6E-840B-A336365D85F8}" destId="{103A2C08-FC68-445E-9C90-1F698EA3E4FE}" srcOrd="18" destOrd="0" presId="urn:microsoft.com/office/officeart/2005/8/layout/default"/>
  </dgm:cxnLst>
  <dgm:bg/>
  <dgm:whole/>
  <dgm:extLst>
    <a:ext uri="http://schemas.microsoft.com/office/drawing/2008/diagram">
      <dsp:dataModelExt xmlns:dsp="http://schemas.microsoft.com/office/drawing/2008/diagram" relId="rId6" minVer="http://schemas.openxmlformats.org/drawingml/2006/diagram"/>
    </a:ext>
    <a:ext uri="{C62137D5-CB1D-491B-B009-E17868A290BF}">
      <dgm14:recolorImg xmlns:dgm14="http://schemas.microsoft.com/office/drawing/2010/diagram" val="1"/>
    </a:ext>
  </dgm:extLst>
</dgm:dataModel>
</file>

<file path=ppt/diagrams/drawing1.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3417D76A-4090-4CE7-8F16-EE3A62ED9EB4}">
      <dsp:nvSpPr>
        <dsp:cNvPr id="0" name=""/>
        <dsp:cNvSpPr/>
      </dsp:nvSpPr>
      <dsp:spPr>
        <a:xfrm>
          <a:off x="3145" y="597341"/>
          <a:ext cx="2495756" cy="1497453"/>
        </a:xfrm>
        <a:prstGeom prst="rect">
          <a:avLst/>
        </a:prstGeom>
        <a:solidFill>
          <a:srgbClr val="83992A">
            <a:lumMod val="20000"/>
            <a:lumOff val="80000"/>
          </a:srgbClr>
        </a:solidFill>
        <a:ln w="38100" cap="flat" cmpd="sng" algn="ctr">
          <a:solidFill>
            <a:schemeClr val="accent6">
              <a:lumMod val="50000"/>
            </a:schemeClr>
          </a:solidFill>
          <a:prstDash val="solid"/>
        </a:ln>
        <a:effectLst>
          <a:outerShdw blurRad="50800" dist="38100" dir="16200000" rotWithShape="0">
            <a:prstClr val="black">
              <a:alpha val="40000"/>
            </a:prstClr>
          </a:outerShdw>
        </a:effectLst>
      </dsp:spPr>
      <dsp:style>
        <a:lnRef idx="2">
          <a:scrgbClr r="0" g="0" b="0"/>
        </a:lnRef>
        <a:fillRef idx="1">
          <a:scrgbClr r="0" g="0" b="0"/>
        </a:fillRef>
        <a:effectRef idx="0">
          <a:scrgbClr r="0" g="0" b="0"/>
        </a:effectRef>
        <a:fontRef idx="minor">
          <a:schemeClr val="lt1"/>
        </a:fontRef>
      </dsp:style>
      <dsp:txBody>
        <a:bodyPr spcFirstLastPara="0" vert="horz" wrap="square" lIns="49530" tIns="49530" rIns="49530" bIns="49530" numCol="1" spcCol="1270" anchor="ctr" anchorCtr="0">
          <a:noAutofit/>
        </a:bodyPr>
        <a:lstStyle/>
        <a:p>
          <a:pPr marL="0" lvl="0" indent="0" algn="ctr" defTabSz="577850">
            <a:lnSpc>
              <a:spcPct val="90000"/>
            </a:lnSpc>
            <a:spcBef>
              <a:spcPct val="0"/>
            </a:spcBef>
            <a:spcAft>
              <a:spcPct val="35000"/>
            </a:spcAft>
            <a:buNone/>
          </a:pPr>
          <a:r>
            <a:rPr lang="en-US" sz="1300" b="1" kern="1200" dirty="0">
              <a:solidFill>
                <a:prstClr val="black">
                  <a:hueOff val="0"/>
                  <a:satOff val="0"/>
                  <a:lumOff val="0"/>
                  <a:alphaOff val="0"/>
                </a:prstClr>
              </a:solidFill>
              <a:latin typeface="Garamond" panose="02020404030301010803"/>
              <a:ea typeface="+mn-ea"/>
              <a:cs typeface="+mn-cs"/>
            </a:rPr>
            <a:t>Top Customer Markets: </a:t>
          </a:r>
          <a:br>
            <a:rPr lang="en-US" sz="1300" b="1" kern="1200" dirty="0">
              <a:solidFill>
                <a:prstClr val="black">
                  <a:hueOff val="0"/>
                  <a:satOff val="0"/>
                  <a:lumOff val="0"/>
                  <a:alphaOff val="0"/>
                </a:prstClr>
              </a:solidFill>
              <a:latin typeface="Garamond" panose="02020404030301010803"/>
              <a:ea typeface="+mn-ea"/>
              <a:cs typeface="+mn-cs"/>
            </a:rPr>
          </a:br>
          <a:r>
            <a:rPr lang="en-US" sz="1300" kern="1200" dirty="0">
              <a:solidFill>
                <a:prstClr val="black">
                  <a:hueOff val="0"/>
                  <a:satOff val="0"/>
                  <a:lumOff val="0"/>
                  <a:alphaOff val="0"/>
                </a:prstClr>
              </a:solidFill>
              <a:latin typeface="Garamond" panose="02020404030301010803"/>
              <a:ea typeface="+mn-ea"/>
              <a:cs typeface="+mn-cs"/>
            </a:rPr>
            <a:t>Delhi emerges as the largest customer hub, followed by Chennai and Jaipur, highlighting key cities for focused marketing and logistics optimization.</a:t>
          </a:r>
          <a:endParaRPr lang="en-IN" sz="1300" kern="1200" dirty="0">
            <a:solidFill>
              <a:prstClr val="black">
                <a:hueOff val="0"/>
                <a:satOff val="0"/>
                <a:lumOff val="0"/>
                <a:alphaOff val="0"/>
              </a:prstClr>
            </a:solidFill>
            <a:latin typeface="Garamond" panose="02020404030301010803"/>
            <a:ea typeface="+mn-ea"/>
            <a:cs typeface="+mn-cs"/>
          </a:endParaRPr>
        </a:p>
      </dsp:txBody>
      <dsp:txXfrm>
        <a:off x="3145" y="597341"/>
        <a:ext cx="2495756" cy="1497453"/>
      </dsp:txXfrm>
    </dsp:sp>
    <dsp:sp modelId="{6591787B-84EA-4583-AF62-E7FA68DD7A6F}">
      <dsp:nvSpPr>
        <dsp:cNvPr id="0" name=""/>
        <dsp:cNvSpPr/>
      </dsp:nvSpPr>
      <dsp:spPr>
        <a:xfrm>
          <a:off x="2748477" y="597341"/>
          <a:ext cx="2495756" cy="1497453"/>
        </a:xfrm>
        <a:prstGeom prst="rect">
          <a:avLst/>
        </a:prstGeom>
        <a:solidFill>
          <a:srgbClr val="83992A">
            <a:lumMod val="20000"/>
            <a:lumOff val="80000"/>
          </a:srgbClr>
        </a:solidFill>
        <a:ln w="38100" cap="flat" cmpd="sng" algn="ctr">
          <a:solidFill>
            <a:schemeClr val="accent6">
              <a:lumMod val="50000"/>
            </a:schemeClr>
          </a:solidFill>
          <a:prstDash val="solid"/>
        </a:ln>
        <a:effectLst>
          <a:outerShdw blurRad="50800" dist="38100" dir="16200000" rotWithShape="0">
            <a:prstClr val="black">
              <a:alpha val="40000"/>
            </a:prstClr>
          </a:outerShdw>
        </a:effectLst>
      </dsp:spPr>
      <dsp:style>
        <a:lnRef idx="2">
          <a:scrgbClr r="0" g="0" b="0"/>
        </a:lnRef>
        <a:fillRef idx="1">
          <a:scrgbClr r="0" g="0" b="0"/>
        </a:fillRef>
        <a:effectRef idx="0">
          <a:scrgbClr r="0" g="0" b="0"/>
        </a:effectRef>
        <a:fontRef idx="minor">
          <a:schemeClr val="lt1"/>
        </a:fontRef>
      </dsp:style>
      <dsp:txBody>
        <a:bodyPr spcFirstLastPara="0" vert="horz" wrap="square" lIns="49530" tIns="49530" rIns="49530" bIns="49530" numCol="1" spcCol="1270" anchor="ctr" anchorCtr="0">
          <a:noAutofit/>
        </a:bodyPr>
        <a:lstStyle/>
        <a:p>
          <a:pPr marL="0" lvl="0" indent="0" algn="ctr" defTabSz="577850">
            <a:lnSpc>
              <a:spcPct val="90000"/>
            </a:lnSpc>
            <a:spcBef>
              <a:spcPct val="0"/>
            </a:spcBef>
            <a:spcAft>
              <a:spcPct val="35000"/>
            </a:spcAft>
            <a:buNone/>
          </a:pPr>
          <a:r>
            <a:rPr lang="en-US" sz="1300" b="1" kern="1200" dirty="0">
              <a:solidFill>
                <a:prstClr val="black">
                  <a:hueOff val="0"/>
                  <a:satOff val="0"/>
                  <a:lumOff val="0"/>
                  <a:alphaOff val="0"/>
                </a:prstClr>
              </a:solidFill>
              <a:latin typeface="Garamond" panose="02020404030301010803"/>
              <a:ea typeface="+mn-ea"/>
              <a:cs typeface="+mn-cs"/>
            </a:rPr>
            <a:t>Customer</a:t>
          </a:r>
          <a:r>
            <a:rPr lang="en-US" sz="1300" b="1" kern="1200" dirty="0"/>
            <a:t> Order Frequency: </a:t>
          </a:r>
          <a:br>
            <a:rPr lang="en-US" sz="1300" b="1" kern="1200" dirty="0"/>
          </a:br>
          <a:r>
            <a:rPr lang="en-US" sz="1300" kern="1200" dirty="0"/>
            <a:t>Most customers place one or two orders, while a smaller segment places multiple orders, identifying a core group of repeat customers and opportunities for retention-focused strategies.</a:t>
          </a:r>
          <a:endParaRPr lang="en-IN" sz="1300" kern="1200" dirty="0"/>
        </a:p>
      </dsp:txBody>
      <dsp:txXfrm>
        <a:off x="2748477" y="597341"/>
        <a:ext cx="2495756" cy="1497453"/>
      </dsp:txXfrm>
    </dsp:sp>
    <dsp:sp modelId="{823FE14E-4D18-49E8-B7AD-9ED210B18AA6}">
      <dsp:nvSpPr>
        <dsp:cNvPr id="0" name=""/>
        <dsp:cNvSpPr/>
      </dsp:nvSpPr>
      <dsp:spPr>
        <a:xfrm>
          <a:off x="5493809" y="597341"/>
          <a:ext cx="2495756" cy="1497453"/>
        </a:xfrm>
        <a:prstGeom prst="rect">
          <a:avLst/>
        </a:prstGeom>
        <a:solidFill>
          <a:srgbClr val="83992A">
            <a:lumMod val="20000"/>
            <a:lumOff val="80000"/>
          </a:srgbClr>
        </a:solidFill>
        <a:ln w="38100" cap="flat" cmpd="sng" algn="ctr">
          <a:solidFill>
            <a:schemeClr val="accent6">
              <a:lumMod val="50000"/>
            </a:schemeClr>
          </a:solidFill>
          <a:prstDash val="solid"/>
        </a:ln>
        <a:effectLst>
          <a:outerShdw blurRad="50800" dist="38100" dir="16200000" rotWithShape="0">
            <a:prstClr val="black">
              <a:alpha val="40000"/>
            </a:prstClr>
          </a:outerShdw>
        </a:effectLst>
      </dsp:spPr>
      <dsp:style>
        <a:lnRef idx="2">
          <a:scrgbClr r="0" g="0" b="0"/>
        </a:lnRef>
        <a:fillRef idx="1">
          <a:scrgbClr r="0" g="0" b="0"/>
        </a:fillRef>
        <a:effectRef idx="0">
          <a:scrgbClr r="0" g="0" b="0"/>
        </a:effectRef>
        <a:fontRef idx="minor">
          <a:schemeClr val="lt1"/>
        </a:fontRef>
      </dsp:style>
      <dsp:txBody>
        <a:bodyPr spcFirstLastPara="0" vert="horz" wrap="square" lIns="49530" tIns="49530" rIns="49530" bIns="49530" numCol="1" spcCol="1270" anchor="ctr" anchorCtr="0">
          <a:noAutofit/>
        </a:bodyPr>
        <a:lstStyle/>
        <a:p>
          <a:pPr marL="0" lvl="0" indent="0" algn="ctr" defTabSz="577850">
            <a:lnSpc>
              <a:spcPct val="90000"/>
            </a:lnSpc>
            <a:spcBef>
              <a:spcPct val="0"/>
            </a:spcBef>
            <a:spcAft>
              <a:spcPct val="35000"/>
            </a:spcAft>
            <a:buNone/>
          </a:pPr>
          <a:r>
            <a:rPr lang="en-US" sz="1300" b="1" kern="1200" dirty="0"/>
            <a:t>High-Value, Low-Volume Products:</a:t>
          </a:r>
          <a:br>
            <a:rPr lang="en-US" sz="1300" b="1" kern="1200" dirty="0"/>
          </a:br>
          <a:r>
            <a:rPr lang="en-US" sz="1300" kern="1200" dirty="0">
              <a:solidFill>
                <a:prstClr val="black">
                  <a:hueOff val="0"/>
                  <a:satOff val="0"/>
                  <a:lumOff val="0"/>
                  <a:alphaOff val="0"/>
                </a:prstClr>
              </a:solidFill>
              <a:latin typeface="Garamond" panose="02020404030301010803"/>
              <a:ea typeface="+mn-ea"/>
              <a:cs typeface="+mn-cs"/>
            </a:rPr>
            <a:t>Certain</a:t>
          </a:r>
          <a:r>
            <a:rPr lang="en-US" sz="1300" kern="1200" dirty="0"/>
            <a:t> products are purchased in </a:t>
          </a:r>
          <a:r>
            <a:rPr lang="en-US" sz="1300" kern="1200" dirty="0">
              <a:solidFill>
                <a:prstClr val="black">
                  <a:hueOff val="0"/>
                  <a:satOff val="0"/>
                  <a:lumOff val="0"/>
                  <a:alphaOff val="0"/>
                </a:prstClr>
              </a:solidFill>
              <a:latin typeface="Garamond" panose="02020404030301010803"/>
              <a:ea typeface="+mn-ea"/>
              <a:cs typeface="+mn-cs"/>
            </a:rPr>
            <a:t>small</a:t>
          </a:r>
          <a:r>
            <a:rPr lang="en-US" sz="1300" kern="1200" dirty="0"/>
            <a:t> quantities (average of two units per order) yet generate high total revenue, indicating premium or high-margin items that significantly contribute to sales.</a:t>
          </a:r>
          <a:endParaRPr lang="en-IN" sz="1300" kern="1200" dirty="0"/>
        </a:p>
      </dsp:txBody>
      <dsp:txXfrm>
        <a:off x="5493809" y="597341"/>
        <a:ext cx="2495756" cy="1497453"/>
      </dsp:txXfrm>
    </dsp:sp>
    <dsp:sp modelId="{99BC0943-2012-496F-A36E-75EB21BB6D58}">
      <dsp:nvSpPr>
        <dsp:cNvPr id="0" name=""/>
        <dsp:cNvSpPr/>
      </dsp:nvSpPr>
      <dsp:spPr>
        <a:xfrm>
          <a:off x="8239141" y="597341"/>
          <a:ext cx="2495756" cy="1497453"/>
        </a:xfrm>
        <a:prstGeom prst="rect">
          <a:avLst/>
        </a:prstGeom>
        <a:solidFill>
          <a:schemeClr val="accent1">
            <a:lumMod val="20000"/>
            <a:lumOff val="80000"/>
          </a:schemeClr>
        </a:solidFill>
        <a:ln w="38100" cap="flat" cmpd="sng" algn="ctr">
          <a:solidFill>
            <a:schemeClr val="accent6">
              <a:lumMod val="50000"/>
            </a:schemeClr>
          </a:solidFill>
          <a:prstDash val="solid"/>
        </a:ln>
        <a:effectLst>
          <a:outerShdw blurRad="50800" dist="38100" dir="16200000" rotWithShape="0">
            <a:prstClr val="black">
              <a:alpha val="40000"/>
            </a:prstClr>
          </a:outerShdw>
        </a:effectLst>
      </dsp:spPr>
      <dsp:style>
        <a:lnRef idx="2">
          <a:scrgbClr r="0" g="0" b="0"/>
        </a:lnRef>
        <a:fillRef idx="1">
          <a:scrgbClr r="0" g="0" b="0"/>
        </a:fillRef>
        <a:effectRef idx="0">
          <a:scrgbClr r="0" g="0" b="0"/>
        </a:effectRef>
        <a:fontRef idx="minor">
          <a:schemeClr val="lt1"/>
        </a:fontRef>
      </dsp:style>
      <dsp:txBody>
        <a:bodyPr spcFirstLastPara="0" vert="horz" wrap="square" lIns="49530" tIns="49530" rIns="49530" bIns="49530" numCol="1" spcCol="1270" anchor="ctr" anchorCtr="0">
          <a:noAutofit/>
        </a:bodyPr>
        <a:lstStyle/>
        <a:p>
          <a:pPr marL="0" lvl="0" indent="0" algn="ctr" defTabSz="577850">
            <a:lnSpc>
              <a:spcPct val="90000"/>
            </a:lnSpc>
            <a:spcBef>
              <a:spcPct val="0"/>
            </a:spcBef>
            <a:spcAft>
              <a:spcPct val="35000"/>
            </a:spcAft>
            <a:buNone/>
          </a:pPr>
          <a:r>
            <a:rPr lang="en-US" sz="1300" b="1" kern="1200" dirty="0"/>
            <a:t>Customer Reach by Category: </a:t>
          </a:r>
          <a:r>
            <a:rPr lang="en-US" sz="1300" kern="1200" dirty="0"/>
            <a:t>Electronics has the widest customer base, followed by Wearable Tech and Photography, showing strong category-level demand concentration.</a:t>
          </a:r>
          <a:endParaRPr lang="en-IN" sz="1300" kern="1200" dirty="0"/>
        </a:p>
      </dsp:txBody>
      <dsp:txXfrm>
        <a:off x="8239141" y="597341"/>
        <a:ext cx="2495756" cy="1497453"/>
      </dsp:txXfrm>
    </dsp:sp>
    <dsp:sp modelId="{F3BCA5DE-BCE9-4167-A73C-5814B5857D7F}">
      <dsp:nvSpPr>
        <dsp:cNvPr id="0" name=""/>
        <dsp:cNvSpPr/>
      </dsp:nvSpPr>
      <dsp:spPr>
        <a:xfrm>
          <a:off x="3145" y="2344370"/>
          <a:ext cx="2495756" cy="1497453"/>
        </a:xfrm>
        <a:prstGeom prst="rect">
          <a:avLst/>
        </a:prstGeom>
        <a:solidFill>
          <a:schemeClr val="accent1">
            <a:lumMod val="20000"/>
            <a:lumOff val="80000"/>
          </a:schemeClr>
        </a:solidFill>
        <a:ln w="38100" cap="flat" cmpd="sng" algn="ctr">
          <a:solidFill>
            <a:schemeClr val="accent6">
              <a:lumMod val="50000"/>
            </a:schemeClr>
          </a:solidFill>
          <a:prstDash val="solid"/>
        </a:ln>
        <a:effectLst>
          <a:outerShdw blurRad="50800" dist="38100" dir="16200000" rotWithShape="0">
            <a:prstClr val="black">
              <a:alpha val="40000"/>
            </a:prstClr>
          </a:outerShdw>
        </a:effectLst>
      </dsp:spPr>
      <dsp:style>
        <a:lnRef idx="2">
          <a:scrgbClr r="0" g="0" b="0"/>
        </a:lnRef>
        <a:fillRef idx="1">
          <a:scrgbClr r="0" g="0" b="0"/>
        </a:fillRef>
        <a:effectRef idx="0">
          <a:scrgbClr r="0" g="0" b="0"/>
        </a:effectRef>
        <a:fontRef idx="minor">
          <a:schemeClr val="lt1"/>
        </a:fontRef>
      </dsp:style>
      <dsp:txBody>
        <a:bodyPr spcFirstLastPara="0" vert="horz" wrap="square" lIns="49530" tIns="49530" rIns="49530" bIns="49530" numCol="1" spcCol="1270" anchor="ctr" anchorCtr="0">
          <a:noAutofit/>
        </a:bodyPr>
        <a:lstStyle/>
        <a:p>
          <a:pPr marL="0" lvl="0" indent="0" algn="ctr" defTabSz="577850">
            <a:lnSpc>
              <a:spcPct val="90000"/>
            </a:lnSpc>
            <a:spcBef>
              <a:spcPct val="0"/>
            </a:spcBef>
            <a:spcAft>
              <a:spcPct val="35000"/>
            </a:spcAft>
            <a:buNone/>
          </a:pPr>
          <a:r>
            <a:rPr lang="en-US" sz="1300" b="1" kern="1200" dirty="0"/>
            <a:t>Monthly Sales Performance: </a:t>
          </a:r>
          <a:br>
            <a:rPr lang="en-US" sz="1300" b="1" kern="1200" dirty="0"/>
          </a:br>
          <a:r>
            <a:rPr lang="en-US" sz="1300" kern="1200" dirty="0"/>
            <a:t>Sales show irregular </a:t>
          </a:r>
          <a:r>
            <a:rPr lang="en-US" sz="1300" kern="1200" dirty="0">
              <a:solidFill>
                <a:prstClr val="black">
                  <a:hueOff val="0"/>
                  <a:satOff val="0"/>
                  <a:lumOff val="0"/>
                  <a:alphaOff val="0"/>
                </a:prstClr>
              </a:solidFill>
              <a:latin typeface="Garamond" panose="02020404030301010803"/>
              <a:ea typeface="+mn-ea"/>
              <a:cs typeface="+mn-cs"/>
            </a:rPr>
            <a:t>month-on-month</a:t>
          </a:r>
          <a:r>
            <a:rPr lang="en-US" sz="1300" kern="1200" dirty="0"/>
            <a:t> movement with noticeable spikes and declines, reflecting seasonal demand patterns and revenue volatility.</a:t>
          </a:r>
          <a:endParaRPr lang="en-IN" sz="1300" kern="1200" dirty="0"/>
        </a:p>
      </dsp:txBody>
      <dsp:txXfrm>
        <a:off x="3145" y="2344370"/>
        <a:ext cx="2495756" cy="1497453"/>
      </dsp:txXfrm>
    </dsp:sp>
    <dsp:sp modelId="{D4569B74-61DF-42E4-8C0C-6C066D0E0DC5}">
      <dsp:nvSpPr>
        <dsp:cNvPr id="0" name=""/>
        <dsp:cNvSpPr/>
      </dsp:nvSpPr>
      <dsp:spPr>
        <a:xfrm>
          <a:off x="2748477" y="2344370"/>
          <a:ext cx="2495756" cy="1497453"/>
        </a:xfrm>
        <a:prstGeom prst="rect">
          <a:avLst/>
        </a:prstGeom>
        <a:solidFill>
          <a:schemeClr val="accent1">
            <a:lumMod val="20000"/>
            <a:lumOff val="80000"/>
          </a:schemeClr>
        </a:solidFill>
        <a:ln w="38100" cap="flat" cmpd="sng" algn="ctr">
          <a:solidFill>
            <a:schemeClr val="accent6">
              <a:lumMod val="50000"/>
            </a:schemeClr>
          </a:solidFill>
          <a:prstDash val="solid"/>
        </a:ln>
        <a:effectLst>
          <a:outerShdw blurRad="50800" dist="38100" dir="16200000" rotWithShape="0">
            <a:prstClr val="black">
              <a:alpha val="40000"/>
            </a:prstClr>
          </a:outerShdw>
        </a:effectLst>
      </dsp:spPr>
      <dsp:style>
        <a:lnRef idx="2">
          <a:scrgbClr r="0" g="0" b="0"/>
        </a:lnRef>
        <a:fillRef idx="1">
          <a:scrgbClr r="0" g="0" b="0"/>
        </a:fillRef>
        <a:effectRef idx="0">
          <a:scrgbClr r="0" g="0" b="0"/>
        </a:effectRef>
        <a:fontRef idx="minor">
          <a:schemeClr val="lt1"/>
        </a:fontRef>
      </dsp:style>
      <dsp:txBody>
        <a:bodyPr spcFirstLastPara="0" vert="horz" wrap="square" lIns="49530" tIns="49530" rIns="49530" bIns="49530" numCol="1" spcCol="1270" anchor="ctr" anchorCtr="0">
          <a:noAutofit/>
        </a:bodyPr>
        <a:lstStyle/>
        <a:p>
          <a:pPr marL="0" lvl="0" indent="0" algn="ctr" defTabSz="577850">
            <a:lnSpc>
              <a:spcPct val="90000"/>
            </a:lnSpc>
            <a:spcBef>
              <a:spcPct val="0"/>
            </a:spcBef>
            <a:spcAft>
              <a:spcPct val="35000"/>
            </a:spcAft>
            <a:buNone/>
          </a:pPr>
          <a:r>
            <a:rPr lang="en-US" sz="1300" b="1" kern="1200" dirty="0"/>
            <a:t>Low-Engagement Products: </a:t>
          </a:r>
          <a:br>
            <a:rPr lang="en-US" sz="1300" b="1" kern="1200" dirty="0"/>
          </a:br>
          <a:r>
            <a:rPr lang="en-US" sz="1300" kern="1200" dirty="0"/>
            <a:t>Some products are purchased by less than 40% of customers, indicating limited reach and potential need for pricing adjustments, promotions, or inventory rationalization.</a:t>
          </a:r>
          <a:endParaRPr lang="en-IN" sz="1300" kern="1200" dirty="0"/>
        </a:p>
      </dsp:txBody>
      <dsp:txXfrm>
        <a:off x="2748477" y="2344370"/>
        <a:ext cx="2495756" cy="1497453"/>
      </dsp:txXfrm>
    </dsp:sp>
    <dsp:sp modelId="{80BAF472-8F07-4A90-A8F8-F044677643B6}">
      <dsp:nvSpPr>
        <dsp:cNvPr id="0" name=""/>
        <dsp:cNvSpPr/>
      </dsp:nvSpPr>
      <dsp:spPr>
        <a:xfrm>
          <a:off x="5493809" y="2344370"/>
          <a:ext cx="2495756" cy="1497453"/>
        </a:xfrm>
        <a:prstGeom prst="rect">
          <a:avLst/>
        </a:prstGeom>
        <a:solidFill>
          <a:schemeClr val="accent1">
            <a:lumMod val="20000"/>
            <a:lumOff val="80000"/>
          </a:schemeClr>
        </a:solidFill>
        <a:ln w="38100" cap="flat" cmpd="sng" algn="ctr">
          <a:solidFill>
            <a:schemeClr val="accent6">
              <a:lumMod val="50000"/>
            </a:schemeClr>
          </a:solidFill>
          <a:prstDash val="solid"/>
        </a:ln>
        <a:effectLst>
          <a:outerShdw blurRad="50800" dist="38100" dir="16200000" rotWithShape="0">
            <a:prstClr val="black">
              <a:alpha val="40000"/>
            </a:prstClr>
          </a:outerShdw>
        </a:effectLst>
      </dsp:spPr>
      <dsp:style>
        <a:lnRef idx="2">
          <a:scrgbClr r="0" g="0" b="0"/>
        </a:lnRef>
        <a:fillRef idx="1">
          <a:scrgbClr r="0" g="0" b="0"/>
        </a:fillRef>
        <a:effectRef idx="0">
          <a:scrgbClr r="0" g="0" b="0"/>
        </a:effectRef>
        <a:fontRef idx="minor">
          <a:schemeClr val="lt1"/>
        </a:fontRef>
      </dsp:style>
      <dsp:txBody>
        <a:bodyPr spcFirstLastPara="0" vert="horz" wrap="square" lIns="49530" tIns="49530" rIns="49530" bIns="49530" numCol="1" spcCol="1270" anchor="ctr" anchorCtr="0">
          <a:noAutofit/>
        </a:bodyPr>
        <a:lstStyle/>
        <a:p>
          <a:pPr marL="0" lvl="0" indent="0" algn="ctr" defTabSz="577850">
            <a:lnSpc>
              <a:spcPct val="90000"/>
            </a:lnSpc>
            <a:spcBef>
              <a:spcPct val="0"/>
            </a:spcBef>
            <a:spcAft>
              <a:spcPct val="35000"/>
            </a:spcAft>
            <a:buNone/>
          </a:pPr>
          <a:r>
            <a:rPr lang="en-US" sz="1300" b="1" kern="1200" dirty="0"/>
            <a:t>Average Order Value Trend: </a:t>
          </a:r>
          <a:r>
            <a:rPr lang="en-US" sz="1300" kern="1200" dirty="0"/>
            <a:t>Average order value fluctuates across months, with a major increase in December and declines in certain periods, suggesting the influence of seasonal factors and promotional activity on customer spending.</a:t>
          </a:r>
          <a:endParaRPr lang="en-IN" sz="1300" kern="1200" dirty="0"/>
        </a:p>
      </dsp:txBody>
      <dsp:txXfrm>
        <a:off x="5493809" y="2344370"/>
        <a:ext cx="2495756" cy="1497453"/>
      </dsp:txXfrm>
    </dsp:sp>
    <dsp:sp modelId="{17239E98-DB96-40AF-A499-F7D692F7A5E1}">
      <dsp:nvSpPr>
        <dsp:cNvPr id="0" name=""/>
        <dsp:cNvSpPr/>
      </dsp:nvSpPr>
      <dsp:spPr>
        <a:xfrm>
          <a:off x="8239141" y="2344370"/>
          <a:ext cx="2495756" cy="1497453"/>
        </a:xfrm>
        <a:prstGeom prst="rect">
          <a:avLst/>
        </a:prstGeom>
        <a:solidFill>
          <a:schemeClr val="accent1">
            <a:lumMod val="20000"/>
            <a:lumOff val="80000"/>
          </a:schemeClr>
        </a:solidFill>
        <a:ln w="38100" cap="flat" cmpd="sng" algn="ctr">
          <a:solidFill>
            <a:schemeClr val="accent6">
              <a:lumMod val="50000"/>
            </a:schemeClr>
          </a:solidFill>
          <a:prstDash val="solid"/>
        </a:ln>
        <a:effectLst>
          <a:outerShdw blurRad="50800" dist="38100" dir="16200000" rotWithShape="0">
            <a:prstClr val="black">
              <a:alpha val="40000"/>
            </a:prstClr>
          </a:outerShdw>
        </a:effectLst>
      </dsp:spPr>
      <dsp:style>
        <a:lnRef idx="2">
          <a:scrgbClr r="0" g="0" b="0"/>
        </a:lnRef>
        <a:fillRef idx="1">
          <a:scrgbClr r="0" g="0" b="0"/>
        </a:fillRef>
        <a:effectRef idx="0">
          <a:scrgbClr r="0" g="0" b="0"/>
        </a:effectRef>
        <a:fontRef idx="minor">
          <a:schemeClr val="lt1"/>
        </a:fontRef>
      </dsp:style>
      <dsp:txBody>
        <a:bodyPr spcFirstLastPara="0" vert="horz" wrap="square" lIns="49530" tIns="49530" rIns="49530" bIns="49530" numCol="1" spcCol="1270" anchor="ctr" anchorCtr="0">
          <a:noAutofit/>
        </a:bodyPr>
        <a:lstStyle/>
        <a:p>
          <a:pPr marL="0" lvl="0" indent="0" algn="ctr" defTabSz="577850">
            <a:lnSpc>
              <a:spcPct val="90000"/>
            </a:lnSpc>
            <a:spcBef>
              <a:spcPct val="0"/>
            </a:spcBef>
            <a:spcAft>
              <a:spcPct val="35000"/>
            </a:spcAft>
            <a:buNone/>
          </a:pPr>
          <a:r>
            <a:rPr lang="en-US" sz="1300" b="1" kern="1200" dirty="0"/>
            <a:t>Fast-Moving Products: </a:t>
          </a:r>
          <a:br>
            <a:rPr lang="en-US" sz="1300" b="1" kern="1200" dirty="0"/>
          </a:br>
          <a:r>
            <a:rPr lang="en-US" sz="1300" b="0" kern="1200" dirty="0"/>
            <a:t>The</a:t>
          </a:r>
          <a:r>
            <a:rPr lang="en-US" sz="1300" b="1" kern="1200" dirty="0"/>
            <a:t> </a:t>
          </a:r>
          <a:r>
            <a:rPr lang="en-US" sz="1300" kern="1200" dirty="0"/>
            <a:t>top five most frequently ordered products demonstrate high demand and rapid turnover, requiring frequent restocking to avoid inventory shortages.</a:t>
          </a:r>
          <a:endParaRPr lang="en-IN" sz="1300" kern="1200" dirty="0"/>
        </a:p>
      </dsp:txBody>
      <dsp:txXfrm>
        <a:off x="8239141" y="2344370"/>
        <a:ext cx="2495756" cy="1497453"/>
      </dsp:txXfrm>
    </dsp:sp>
    <dsp:sp modelId="{75E2036D-ACAE-4A9E-AA8E-243EFE0F885E}">
      <dsp:nvSpPr>
        <dsp:cNvPr id="0" name=""/>
        <dsp:cNvSpPr/>
      </dsp:nvSpPr>
      <dsp:spPr>
        <a:xfrm>
          <a:off x="2748477" y="4091399"/>
          <a:ext cx="2495756" cy="1497453"/>
        </a:xfrm>
        <a:prstGeom prst="rect">
          <a:avLst/>
        </a:prstGeom>
        <a:solidFill>
          <a:schemeClr val="accent1">
            <a:lumMod val="20000"/>
            <a:lumOff val="80000"/>
          </a:schemeClr>
        </a:solidFill>
        <a:ln w="38100" cap="flat" cmpd="sng" algn="ctr">
          <a:solidFill>
            <a:schemeClr val="accent6">
              <a:lumMod val="50000"/>
            </a:schemeClr>
          </a:solidFill>
          <a:prstDash val="solid"/>
        </a:ln>
        <a:effectLst>
          <a:outerShdw blurRad="50800" dist="38100" dir="16200000" rotWithShape="0">
            <a:prstClr val="black">
              <a:alpha val="40000"/>
            </a:prstClr>
          </a:outerShdw>
        </a:effectLst>
      </dsp:spPr>
      <dsp:style>
        <a:lnRef idx="2">
          <a:scrgbClr r="0" g="0" b="0"/>
        </a:lnRef>
        <a:fillRef idx="1">
          <a:scrgbClr r="0" g="0" b="0"/>
        </a:fillRef>
        <a:effectRef idx="0">
          <a:scrgbClr r="0" g="0" b="0"/>
        </a:effectRef>
        <a:fontRef idx="minor">
          <a:schemeClr val="lt1"/>
        </a:fontRef>
      </dsp:style>
      <dsp:txBody>
        <a:bodyPr spcFirstLastPara="0" vert="horz" wrap="square" lIns="49530" tIns="49530" rIns="49530" bIns="49530" numCol="1" spcCol="1270" anchor="ctr" anchorCtr="0">
          <a:noAutofit/>
        </a:bodyPr>
        <a:lstStyle/>
        <a:p>
          <a:pPr marL="0" lvl="0" indent="0" algn="ctr" defTabSz="577850">
            <a:lnSpc>
              <a:spcPct val="90000"/>
            </a:lnSpc>
            <a:spcBef>
              <a:spcPct val="0"/>
            </a:spcBef>
            <a:spcAft>
              <a:spcPct val="35000"/>
            </a:spcAft>
            <a:buNone/>
          </a:pPr>
          <a:r>
            <a:rPr lang="en-US" sz="1300" b="1" kern="1200" dirty="0"/>
            <a:t>Customer Acquisition Trend: </a:t>
          </a:r>
          <a:br>
            <a:rPr lang="en-US" sz="1300" b="1" kern="1200" dirty="0"/>
          </a:br>
          <a:r>
            <a:rPr lang="en-US" sz="1300" kern="1200" dirty="0"/>
            <a:t>New customer acquisition varies by month, providing insight into when marketing and expansion efforts are most effective.</a:t>
          </a:r>
          <a:endParaRPr lang="en-IN" sz="1300" kern="1200" dirty="0"/>
        </a:p>
      </dsp:txBody>
      <dsp:txXfrm>
        <a:off x="2748477" y="4091399"/>
        <a:ext cx="2495756" cy="1497453"/>
      </dsp:txXfrm>
    </dsp:sp>
    <dsp:sp modelId="{103A2C08-FC68-445E-9C90-1F698EA3E4FE}">
      <dsp:nvSpPr>
        <dsp:cNvPr id="0" name=""/>
        <dsp:cNvSpPr/>
      </dsp:nvSpPr>
      <dsp:spPr>
        <a:xfrm>
          <a:off x="5493809" y="4091399"/>
          <a:ext cx="2495756" cy="1497453"/>
        </a:xfrm>
        <a:prstGeom prst="rect">
          <a:avLst/>
        </a:prstGeom>
        <a:solidFill>
          <a:schemeClr val="accent1">
            <a:lumMod val="20000"/>
            <a:lumOff val="80000"/>
          </a:schemeClr>
        </a:solidFill>
        <a:ln w="38100" cap="flat" cmpd="sng" algn="ctr">
          <a:solidFill>
            <a:schemeClr val="accent6">
              <a:lumMod val="50000"/>
            </a:schemeClr>
          </a:solidFill>
          <a:prstDash val="solid"/>
        </a:ln>
        <a:effectLst>
          <a:outerShdw blurRad="50800" dist="38100" dir="18900000" algn="bl" rotWithShape="0">
            <a:prstClr val="black">
              <a:alpha val="40000"/>
            </a:prstClr>
          </a:outerShdw>
        </a:effectLst>
      </dsp:spPr>
      <dsp:style>
        <a:lnRef idx="2">
          <a:scrgbClr r="0" g="0" b="0"/>
        </a:lnRef>
        <a:fillRef idx="1">
          <a:scrgbClr r="0" g="0" b="0"/>
        </a:fillRef>
        <a:effectRef idx="0">
          <a:scrgbClr r="0" g="0" b="0"/>
        </a:effectRef>
        <a:fontRef idx="minor">
          <a:schemeClr val="lt1"/>
        </a:fontRef>
      </dsp:style>
      <dsp:txBody>
        <a:bodyPr spcFirstLastPara="0" vert="horz" wrap="square" lIns="49530" tIns="49530" rIns="49530" bIns="49530" numCol="1" spcCol="1270" anchor="ctr" anchorCtr="0">
          <a:noAutofit/>
        </a:bodyPr>
        <a:lstStyle/>
        <a:p>
          <a:pPr marL="0" lvl="0" indent="0" algn="ctr" defTabSz="577850">
            <a:lnSpc>
              <a:spcPct val="90000"/>
            </a:lnSpc>
            <a:spcBef>
              <a:spcPct val="0"/>
            </a:spcBef>
            <a:spcAft>
              <a:spcPct val="35000"/>
            </a:spcAft>
            <a:buNone/>
          </a:pPr>
          <a:r>
            <a:rPr lang="en-US" sz="1300" b="1" kern="1200" dirty="0"/>
            <a:t>Peak Sales Periods:</a:t>
          </a:r>
          <a:br>
            <a:rPr lang="en-US" sz="1300" b="1" kern="1200" dirty="0"/>
          </a:br>
          <a:r>
            <a:rPr lang="en-US" sz="1300" kern="1200" dirty="0"/>
            <a:t>The top three highest-sales months represent peak demand periods, supporting better planning for inventory, staffing, and targeted marketing campaigns.</a:t>
          </a:r>
          <a:endParaRPr lang="en-IN" sz="1300" kern="1200" dirty="0"/>
        </a:p>
      </dsp:txBody>
      <dsp:txXfrm>
        <a:off x="5493809" y="4091399"/>
        <a:ext cx="2495756" cy="1497453"/>
      </dsp:txXfrm>
    </dsp:sp>
  </dsp:spTree>
</dsp:drawing>
</file>

<file path=ppt/diagrams/layout1.xml><?xml version="1.0" encoding="utf-8"?>
<dgm:layoutDef xmlns:dgm="http://schemas.openxmlformats.org/drawingml/2006/diagram" xmlns:a="http://schemas.openxmlformats.org/drawingml/2006/main" uniqueId="urn:microsoft.com/office/officeart/2005/8/layout/default">
  <dgm:title val=""/>
  <dgm:desc val=""/>
  <dgm:catLst>
    <dgm:cat type="list" pri="400"/>
  </dgm:catLst>
  <dgm:sampData>
    <dgm:dataModel>
      <dgm:ptLst>
        <dgm:pt modelId="0" type="doc"/>
        <dgm:pt modelId="1">
          <dgm:prSet phldr="1"/>
        </dgm:pt>
        <dgm:pt modelId="2">
          <dgm:prSet phldr="1"/>
        </dgm:pt>
        <dgm:pt modelId="3">
          <dgm:prSet phldr="1"/>
        </dgm:pt>
        <dgm:pt modelId="4">
          <dgm:prSet phldr="1"/>
        </dgm:pt>
        <dgm:pt modelId="5">
          <dgm:prSet phldr="1"/>
        </dgm:pt>
      </dgm:ptLst>
      <dgm:cxnLst>
        <dgm:cxn modelId="6" srcId="0" destId="1" srcOrd="0" destOrd="0"/>
        <dgm:cxn modelId="7" srcId="0" destId="2" srcOrd="1" destOrd="0"/>
        <dgm:cxn modelId="8" srcId="0" destId="3" srcOrd="2" destOrd="0"/>
        <dgm:cxn modelId="9" srcId="0" destId="4" srcOrd="3" destOrd="0"/>
        <dgm:cxn modelId="10" srcId="0" destId="5" srcOrd="4" destOrd="0"/>
      </dgm:cxn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 modelId="5"/>
        <dgm:pt modelId="6"/>
      </dgm:ptLst>
      <dgm:cxnLst>
        <dgm:cxn modelId="7" srcId="0" destId="1" srcOrd="0" destOrd="0"/>
        <dgm:cxn modelId="8" srcId="0" destId="2" srcOrd="1" destOrd="0"/>
        <dgm:cxn modelId="9" srcId="0" destId="3" srcOrd="2" destOrd="0"/>
        <dgm:cxn modelId="10" srcId="0" destId="4" srcOrd="3" destOrd="0"/>
        <dgm:cxn modelId="11" srcId="0" destId="5" srcOrd="4" destOrd="0"/>
        <dgm:cxn modelId="12" srcId="0" destId="6" srcOrd="5" destOrd="0"/>
      </dgm:cxnLst>
      <dgm:bg/>
      <dgm:whole/>
    </dgm:dataModel>
  </dgm:clrData>
  <dgm:layoutNode name="diagram">
    <dgm:varLst>
      <dgm:dir/>
      <dgm:resizeHandles val="exact"/>
    </dgm:varLst>
    <dgm:choose name="Name0">
      <dgm:if name="Name1" func="var" arg="dir" op="equ" val="norm">
        <dgm:alg type="snake">
          <dgm:param type="grDir" val="tL"/>
          <dgm:param type="flowDir" val="row"/>
          <dgm:param type="contDir" val="sameDir"/>
          <dgm:param type="off" val="ctr"/>
        </dgm:alg>
      </dgm:if>
      <dgm:else name="Name2">
        <dgm:alg type="snake">
          <dgm:param type="grDir" val="tR"/>
          <dgm:param type="flowDir" val="row"/>
          <dgm:param type="contDir" val="sameDir"/>
          <dgm:param type="off" val="ctr"/>
        </dgm:alg>
      </dgm:else>
    </dgm:choose>
    <dgm:shape xmlns:r="http://schemas.openxmlformats.org/officeDocument/2006/relationships" r:blip="">
      <dgm:adjLst/>
    </dgm:shape>
    <dgm:presOf/>
    <dgm:constrLst>
      <dgm:constr type="w" for="ch" forName="node" refType="w"/>
      <dgm:constr type="h" for="ch" forName="node" refType="w" refFor="ch" refForName="node" fact="0.6"/>
      <dgm:constr type="w" for="ch" forName="sibTrans" refType="w" refFor="ch" refForName="node" fact="0.1"/>
      <dgm:constr type="sp" refType="w" refFor="ch" refForName="sibTrans"/>
      <dgm:constr type="primFontSz" for="ch" forName="node" op="equ" val="65"/>
    </dgm:constrLst>
    <dgm:ruleLst/>
    <dgm:forEach name="Name3" axis="ch" ptType="node">
      <dgm:layoutNode name="node">
        <dgm:varLst>
          <dgm:bulletEnabled val="1"/>
        </dgm:varLst>
        <dgm:alg type="tx"/>
        <dgm:shape xmlns:r="http://schemas.openxmlformats.org/officeDocument/2006/relationships" type="rect" r:blip="">
          <dgm:adjLst/>
        </dgm:shape>
        <dgm:presOf axis="desOrSelf" ptType="node"/>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forEach name="Name4" axis="followSib" ptType="sibTrans" cnt="1">
        <dgm:layoutNode name="sibTrans">
          <dgm:alg type="sp"/>
          <dgm:shape xmlns:r="http://schemas.openxmlformats.org/officeDocument/2006/relationships" r:blip="">
            <dgm:adjLst/>
          </dgm:shape>
          <dgm:presOf/>
          <dgm:constrLst/>
          <dgm:ruleLst/>
        </dgm:layoutNode>
      </dgm:forEach>
    </dgm:forEach>
  </dgm:layoutNode>
</dgm:layoutDef>
</file>

<file path=ppt/diagrams/quickStyle1.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a:extLst>
              <a:ext uri="{FF2B5EF4-FFF2-40B4-BE49-F238E27FC236}">
                <a16:creationId xmlns:a16="http://schemas.microsoft.com/office/drawing/2014/main" id="{DA47A63F-9D06-479D-A04D-717692D43269}"/>
              </a:ext>
            </a:extLst>
          </p:cNvPr>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a:extLst>
              <a:ext uri="{FF2B5EF4-FFF2-40B4-BE49-F238E27FC236}">
                <a16:creationId xmlns:a16="http://schemas.microsoft.com/office/drawing/2014/main" id="{C51F70DC-6EDE-457C-B55A-39AC7DE41A32}"/>
              </a:ext>
            </a:extLst>
          </p:cNvPr>
          <p:cNvSpPr>
            <a:spLocks noGrp="1"/>
          </p:cNvSpPr>
          <p:nvPr>
            <p:ph type="dt" sz="quarter" idx="1"/>
          </p:nvPr>
        </p:nvSpPr>
        <p:spPr>
          <a:xfrm>
            <a:off x="3884613" y="0"/>
            <a:ext cx="2971800" cy="458788"/>
          </a:xfrm>
          <a:prstGeom prst="rect">
            <a:avLst/>
          </a:prstGeom>
        </p:spPr>
        <p:txBody>
          <a:bodyPr vert="horz" lIns="91440" tIns="45720" rIns="91440" bIns="45720" rtlCol="0"/>
          <a:lstStyle>
            <a:lvl1pPr algn="r">
              <a:defRPr sz="1200"/>
            </a:lvl1pPr>
          </a:lstStyle>
          <a:p>
            <a:fld id="{187C06C4-C5A6-48FB-97F5-B20A44F857E9}" type="datetimeFigureOut">
              <a:rPr lang="en-US" smtClean="0"/>
              <a:t>1/8/2026</a:t>
            </a:fld>
            <a:endParaRPr lang="en-US"/>
          </a:p>
        </p:txBody>
      </p:sp>
      <p:sp>
        <p:nvSpPr>
          <p:cNvPr id="4" name="Footer Placeholder 3">
            <a:extLst>
              <a:ext uri="{FF2B5EF4-FFF2-40B4-BE49-F238E27FC236}">
                <a16:creationId xmlns:a16="http://schemas.microsoft.com/office/drawing/2014/main" id="{146987CF-42F5-4BB0-AD0D-1D64C3594466}"/>
              </a:ext>
            </a:extLst>
          </p:cNvPr>
          <p:cNvSpPr>
            <a:spLocks noGrp="1"/>
          </p:cNvSpPr>
          <p:nvPr>
            <p:ph type="ftr" sz="quarter" idx="2"/>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5" name="Slide Number Placeholder 4">
            <a:extLst>
              <a:ext uri="{FF2B5EF4-FFF2-40B4-BE49-F238E27FC236}">
                <a16:creationId xmlns:a16="http://schemas.microsoft.com/office/drawing/2014/main" id="{22368FB4-296C-4F8C-BFA3-D7C3AD617B61}"/>
              </a:ext>
            </a:extLst>
          </p:cNvPr>
          <p:cNvSpPr>
            <a:spLocks noGrp="1"/>
          </p:cNvSpPr>
          <p:nvPr>
            <p:ph type="sldNum" sz="quarter" idx="3"/>
          </p:nvPr>
        </p:nvSpPr>
        <p:spPr>
          <a:xfrm>
            <a:off x="3884613" y="8685213"/>
            <a:ext cx="2971800" cy="458787"/>
          </a:xfrm>
          <a:prstGeom prst="rect">
            <a:avLst/>
          </a:prstGeom>
        </p:spPr>
        <p:txBody>
          <a:bodyPr vert="horz" lIns="91440" tIns="45720" rIns="91440" bIns="45720" rtlCol="0" anchor="b"/>
          <a:lstStyle>
            <a:lvl1pPr algn="r">
              <a:defRPr sz="1200"/>
            </a:lvl1pPr>
          </a:lstStyle>
          <a:p>
            <a:fld id="{8F555657-0A12-495F-9FFA-D8F7554E7C39}" type="slidenum">
              <a:rPr lang="en-US" smtClean="0"/>
              <a:t>‹#›</a:t>
            </a:fld>
            <a:endParaRPr lang="en-US"/>
          </a:p>
        </p:txBody>
      </p:sp>
    </p:spTree>
    <p:extLst>
      <p:ext uri="{BB962C8B-B14F-4D97-AF65-F5344CB8AC3E}">
        <p14:creationId xmlns:p14="http://schemas.microsoft.com/office/powerpoint/2010/main" val="1766432222"/>
      </p:ext>
    </p:extLst>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F8F2B2CC-0155-4E5E-A890-531D58ADF5B2}" type="datetimeFigureOut">
              <a:rPr lang="en-US" smtClean="0"/>
              <a:t>1/8/2026</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E2780FBB-F712-42E7-8C2F-226D98798B3F}" type="slidenum">
              <a:rPr lang="en-US" smtClean="0"/>
              <a:t>‹#›</a:t>
            </a:fld>
            <a:endParaRPr lang="en-US"/>
          </a:p>
        </p:txBody>
      </p:sp>
    </p:spTree>
    <p:extLst>
      <p:ext uri="{BB962C8B-B14F-4D97-AF65-F5344CB8AC3E}">
        <p14:creationId xmlns:p14="http://schemas.microsoft.com/office/powerpoint/2010/main" val="2567153509"/>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IN" dirty="0"/>
          </a:p>
        </p:txBody>
      </p:sp>
      <p:sp>
        <p:nvSpPr>
          <p:cNvPr id="4" name="Slide Number Placeholder 3"/>
          <p:cNvSpPr>
            <a:spLocks noGrp="1"/>
          </p:cNvSpPr>
          <p:nvPr>
            <p:ph type="sldNum" sz="quarter" idx="5"/>
          </p:nvPr>
        </p:nvSpPr>
        <p:spPr/>
        <p:txBody>
          <a:bodyPr/>
          <a:lstStyle/>
          <a:p>
            <a:fld id="{E2780FBB-F712-42E7-8C2F-226D98798B3F}" type="slidenum">
              <a:rPr lang="en-US" smtClean="0"/>
              <a:t>7</a:t>
            </a:fld>
            <a:endParaRPr lang="en-US"/>
          </a:p>
        </p:txBody>
      </p:sp>
    </p:spTree>
    <p:extLst>
      <p:ext uri="{BB962C8B-B14F-4D97-AF65-F5344CB8AC3E}">
        <p14:creationId xmlns:p14="http://schemas.microsoft.com/office/powerpoint/2010/main" val="2793242107"/>
      </p:ext>
    </p:extLst>
  </p:cSld>
  <p:clrMapOvr>
    <a:masterClrMapping/>
  </p:clrMapOvr>
</p:notes>
</file>

<file path=ppt/slideLayouts/_rels/slideLayout1.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image" Target="../media/image5.pn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8.xml.rels><?xml version="1.0" encoding="UTF-8" standalone="yes"?>
<Relationships xmlns="http://schemas.openxmlformats.org/package/2006/relationships"><Relationship Id="rId2" Type="http://schemas.openxmlformats.org/officeDocument/2006/relationships/image" Target="../media/image7.jpeg"/><Relationship Id="rId1" Type="http://schemas.openxmlformats.org/officeDocument/2006/relationships/slideMaster" Target="../slideMasters/slideMaster1.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type="title" preserve="1">
  <p:cSld name="Title Slide">
    <p:spTree>
      <p:nvGrpSpPr>
        <p:cNvPr id="1" name=""/>
        <p:cNvGrpSpPr/>
        <p:nvPr/>
      </p:nvGrpSpPr>
      <p:grpSpPr>
        <a:xfrm>
          <a:off x="0" y="0"/>
          <a:ext cx="0" cy="0"/>
          <a:chOff x="0" y="0"/>
          <a:chExt cx="0" cy="0"/>
        </a:xfrm>
      </p:grpSpPr>
      <p:grpSp>
        <p:nvGrpSpPr>
          <p:cNvPr id="7" name="Group 6"/>
          <p:cNvGrpSpPr/>
          <p:nvPr/>
        </p:nvGrpSpPr>
        <p:grpSpPr>
          <a:xfrm>
            <a:off x="-16934" y="0"/>
            <a:ext cx="12231160" cy="6856214"/>
            <a:chOff x="-16934" y="0"/>
            <a:chExt cx="12231160" cy="6856214"/>
          </a:xfrm>
        </p:grpSpPr>
        <p:pic>
          <p:nvPicPr>
            <p:cNvPr id="16" name="Picture 15" descr="HD-PanelTitleR1.pn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0"/>
              <a:ext cx="12188825" cy="6856214"/>
            </a:xfrm>
            <a:prstGeom prst="rect">
              <a:avLst/>
            </a:prstGeom>
          </p:spPr>
        </p:pic>
        <p:sp>
          <p:nvSpPr>
            <p:cNvPr id="26" name="Rectangle 25"/>
            <p:cNvSpPr/>
            <p:nvPr/>
          </p:nvSpPr>
          <p:spPr>
            <a:xfrm>
              <a:off x="2328332" y="1540931"/>
              <a:ext cx="7543802" cy="3835401"/>
            </a:xfrm>
            <a:prstGeom prst="rect">
              <a:avLst/>
            </a:prstGeom>
            <a:noFill/>
            <a:ln w="15875">
              <a:miter lim="800000"/>
            </a:ln>
          </p:spPr>
          <p:style>
            <a:lnRef idx="1">
              <a:schemeClr val="accent1"/>
            </a:lnRef>
            <a:fillRef idx="3">
              <a:schemeClr val="accent1"/>
            </a:fillRef>
            <a:effectRef idx="2">
              <a:schemeClr val="accent1"/>
            </a:effectRef>
            <a:fontRef idx="minor">
              <a:schemeClr val="lt1"/>
            </a:fontRef>
          </p:style>
        </p:sp>
        <p:pic>
          <p:nvPicPr>
            <p:cNvPr id="17" name="Picture 16" descr="HDRibbonTitle-UniformTrim.png"/>
            <p:cNvPicPr>
              <a:picLocks noChangeAspect="1"/>
            </p:cNvPicPr>
            <p:nvPr/>
          </p:nvPicPr>
          <p:blipFill rotWithShape="1">
            <a:blip r:embed="rId3">
              <a:extLst>
                <a:ext uri="{28A0092B-C50C-407E-A947-70E740481C1C}">
                  <a14:useLocalDpi xmlns:a14="http://schemas.microsoft.com/office/drawing/2010/main" val="0"/>
                </a:ext>
              </a:extLst>
            </a:blip>
            <a:srcRect/>
            <a:stretch/>
          </p:blipFill>
          <p:spPr>
            <a:xfrm>
              <a:off x="-16934" y="3147609"/>
              <a:ext cx="2478024" cy="612648"/>
            </a:xfrm>
            <a:prstGeom prst="rect">
              <a:avLst/>
            </a:prstGeom>
          </p:spPr>
        </p:pic>
        <p:pic>
          <p:nvPicPr>
            <p:cNvPr id="20" name="Picture 19" descr="HDRibbonTitle-UniformTrim.png"/>
            <p:cNvPicPr>
              <a:picLocks noChangeAspect="1"/>
            </p:cNvPicPr>
            <p:nvPr/>
          </p:nvPicPr>
          <p:blipFill rotWithShape="1">
            <a:blip r:embed="rId3">
              <a:extLst>
                <a:ext uri="{28A0092B-C50C-407E-A947-70E740481C1C}">
                  <a14:useLocalDpi xmlns:a14="http://schemas.microsoft.com/office/drawing/2010/main" val="0"/>
                </a:ext>
              </a:extLst>
            </a:blip>
            <a:srcRect/>
            <a:stretch/>
          </p:blipFill>
          <p:spPr>
            <a:xfrm>
              <a:off x="9736202" y="3147609"/>
              <a:ext cx="2478024" cy="612648"/>
            </a:xfrm>
            <a:prstGeom prst="rect">
              <a:avLst/>
            </a:prstGeom>
          </p:spPr>
        </p:pic>
      </p:grpSp>
      <p:sp>
        <p:nvSpPr>
          <p:cNvPr id="2" name="Title 1"/>
          <p:cNvSpPr>
            <a:spLocks noGrp="1"/>
          </p:cNvSpPr>
          <p:nvPr>
            <p:ph type="ctrTitle"/>
          </p:nvPr>
        </p:nvSpPr>
        <p:spPr>
          <a:xfrm>
            <a:off x="2692398" y="1871131"/>
            <a:ext cx="6815669" cy="1515533"/>
          </a:xfrm>
        </p:spPr>
        <p:txBody>
          <a:bodyPr anchor="b">
            <a:noAutofit/>
          </a:bodyPr>
          <a:lstStyle>
            <a:lvl1pPr algn="ctr">
              <a:defRPr sz="5400">
                <a:effectLst/>
              </a:defRPr>
            </a:lvl1pPr>
          </a:lstStyle>
          <a:p>
            <a:r>
              <a:rPr lang="en-US"/>
              <a:t>Click to edit Master title style</a:t>
            </a:r>
            <a:endParaRPr lang="en-US" dirty="0"/>
          </a:p>
        </p:txBody>
      </p:sp>
      <p:sp>
        <p:nvSpPr>
          <p:cNvPr id="3" name="Subtitle 2"/>
          <p:cNvSpPr>
            <a:spLocks noGrp="1"/>
          </p:cNvSpPr>
          <p:nvPr>
            <p:ph type="subTitle" idx="1"/>
          </p:nvPr>
        </p:nvSpPr>
        <p:spPr>
          <a:xfrm>
            <a:off x="2692398" y="3657597"/>
            <a:ext cx="6815669" cy="1320802"/>
          </a:xfrm>
        </p:spPr>
        <p:txBody>
          <a:bodyPr anchor="t">
            <a:normAutofit/>
          </a:bodyPr>
          <a:lstStyle>
            <a:lvl1pPr marL="0" indent="0" algn="ctr">
              <a:buNone/>
              <a:defRPr sz="2100">
                <a:solidFill>
                  <a:schemeClr val="tx1"/>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endParaRPr lang="en-US" dirty="0"/>
          </a:p>
        </p:txBody>
      </p:sp>
      <p:sp>
        <p:nvSpPr>
          <p:cNvPr id="4" name="Date Placeholder 3"/>
          <p:cNvSpPr>
            <a:spLocks noGrp="1"/>
          </p:cNvSpPr>
          <p:nvPr>
            <p:ph type="dt" sz="half" idx="10"/>
          </p:nvPr>
        </p:nvSpPr>
        <p:spPr>
          <a:xfrm>
            <a:off x="7983232" y="5037663"/>
            <a:ext cx="897467" cy="279400"/>
          </a:xfrm>
        </p:spPr>
        <p:txBody>
          <a:bodyPr/>
          <a:lstStyle/>
          <a:p>
            <a:r>
              <a:rPr lang="en-US"/>
              <a:t>3/1/20XX</a:t>
            </a:r>
          </a:p>
        </p:txBody>
      </p:sp>
      <p:sp>
        <p:nvSpPr>
          <p:cNvPr id="5" name="Footer Placeholder 4"/>
          <p:cNvSpPr>
            <a:spLocks noGrp="1"/>
          </p:cNvSpPr>
          <p:nvPr>
            <p:ph type="ftr" sz="quarter" idx="11"/>
          </p:nvPr>
        </p:nvSpPr>
        <p:spPr>
          <a:xfrm>
            <a:off x="2692397" y="5037663"/>
            <a:ext cx="5214635" cy="279400"/>
          </a:xfrm>
        </p:spPr>
        <p:txBody>
          <a:bodyPr/>
          <a:lstStyle/>
          <a:p>
            <a:r>
              <a:rPr lang="en-US"/>
              <a:t>SAMPLE FOOTER TEXT</a:t>
            </a:r>
          </a:p>
        </p:txBody>
      </p:sp>
      <p:sp>
        <p:nvSpPr>
          <p:cNvPr id="6" name="Slide Number Placeholder 5"/>
          <p:cNvSpPr>
            <a:spLocks noGrp="1"/>
          </p:cNvSpPr>
          <p:nvPr>
            <p:ph type="sldNum" sz="quarter" idx="12"/>
          </p:nvPr>
        </p:nvSpPr>
        <p:spPr>
          <a:xfrm>
            <a:off x="8956900" y="5037663"/>
            <a:ext cx="551167" cy="279400"/>
          </a:xfrm>
        </p:spPr>
        <p:txBody>
          <a:bodyPr/>
          <a:lstStyle/>
          <a:p>
            <a:fld id="{28844951-7827-47D4-8276-7DDE1FA7D85A}" type="slidenum">
              <a:rPr lang="en-US" smtClean="0"/>
              <a:t>‹#›</a:t>
            </a:fld>
            <a:endParaRPr lang="en-US"/>
          </a:p>
        </p:txBody>
      </p:sp>
      <p:cxnSp>
        <p:nvCxnSpPr>
          <p:cNvPr id="15" name="Straight Connector 14"/>
          <p:cNvCxnSpPr/>
          <p:nvPr/>
        </p:nvCxnSpPr>
        <p:spPr>
          <a:xfrm>
            <a:off x="2692399" y="3522131"/>
            <a:ext cx="6815668" cy="0"/>
          </a:xfrm>
          <a:prstGeom prst="line">
            <a:avLst/>
          </a:prstGeom>
        </p:spPr>
        <p:style>
          <a:lnRef idx="2">
            <a:schemeClr val="accent1"/>
          </a:lnRef>
          <a:fillRef idx="0">
            <a:schemeClr val="accent1"/>
          </a:fillRef>
          <a:effectRef idx="1">
            <a:schemeClr val="accent1"/>
          </a:effectRef>
          <a:fontRef idx="minor">
            <a:schemeClr val="tx1"/>
          </a:fontRef>
        </p:style>
      </p:cxnSp>
    </p:spTree>
    <p:extLst>
      <p:ext uri="{BB962C8B-B14F-4D97-AF65-F5344CB8AC3E}">
        <p14:creationId xmlns:p14="http://schemas.microsoft.com/office/powerpoint/2010/main" val="1037221817"/>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cxnSp>
        <p:nvCxnSpPr>
          <p:cNvPr id="7" name="Straight Connector 6"/>
          <p:cNvCxnSpPr/>
          <p:nvPr/>
        </p:nvCxnSpPr>
        <p:spPr>
          <a:xfrm>
            <a:off x="1396169" y="2421466"/>
            <a:ext cx="9407298" cy="0"/>
          </a:xfrm>
          <a:prstGeom prst="line">
            <a:avLst/>
          </a:prstGeom>
          <a:ln w="15875"/>
        </p:spPr>
        <p:style>
          <a:lnRef idx="2">
            <a:schemeClr val="accent1"/>
          </a:lnRef>
          <a:fillRef idx="0">
            <a:schemeClr val="accent1"/>
          </a:fillRef>
          <a:effectRef idx="1">
            <a:schemeClr val="accent1"/>
          </a:effectRef>
          <a:fontRef idx="minor">
            <a:schemeClr val="tx1"/>
          </a:fontRef>
        </p:style>
      </p:cxnSp>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r>
              <a:rPr lang="en-US"/>
              <a:t>3/1/20XX</a:t>
            </a:r>
            <a:endParaRPr lang="en-US" dirty="0"/>
          </a:p>
        </p:txBody>
      </p:sp>
      <p:sp>
        <p:nvSpPr>
          <p:cNvPr id="5" name="Footer Placeholder 4"/>
          <p:cNvSpPr>
            <a:spLocks noGrp="1"/>
          </p:cNvSpPr>
          <p:nvPr>
            <p:ph type="ftr" sz="quarter" idx="11"/>
          </p:nvPr>
        </p:nvSpPr>
        <p:spPr/>
        <p:txBody>
          <a:bodyPr/>
          <a:lstStyle/>
          <a:p>
            <a:r>
              <a:rPr lang="en-US">
                <a:solidFill>
                  <a:srgbClr val="FFFFFF"/>
                </a:solidFill>
              </a:rPr>
              <a:t>SAMPLE FOOTER TEXT</a:t>
            </a:r>
          </a:p>
        </p:txBody>
      </p:sp>
      <p:sp>
        <p:nvSpPr>
          <p:cNvPr id="6" name="Slide Number Placeholder 5"/>
          <p:cNvSpPr>
            <a:spLocks noGrp="1"/>
          </p:cNvSpPr>
          <p:nvPr>
            <p:ph type="sldNum" sz="quarter" idx="12"/>
          </p:nvPr>
        </p:nvSpPr>
        <p:spPr/>
        <p:txBody>
          <a:bodyPr/>
          <a:lstStyle/>
          <a:p>
            <a:fld id="{28844951-7827-47D4-8276-7DDE1FA7D85A}" type="slidenum">
              <a:rPr lang="en-US" smtClean="0"/>
              <a:pPr/>
              <a:t>‹#›</a:t>
            </a:fld>
            <a:endParaRPr lang="en-US"/>
          </a:p>
        </p:txBody>
      </p:sp>
    </p:spTree>
    <p:extLst>
      <p:ext uri="{BB962C8B-B14F-4D97-AF65-F5344CB8AC3E}">
        <p14:creationId xmlns:p14="http://schemas.microsoft.com/office/powerpoint/2010/main" val="1651894684"/>
      </p:ext>
    </p:extLst>
  </p:cSld>
  <p:clrMapOvr>
    <a:masterClrMapping/>
  </p:clrMapOvr>
  <p:hf hdr="0"/>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2015069" y="1752606"/>
            <a:ext cx="8158688" cy="1822514"/>
          </a:xfrm>
        </p:spPr>
        <p:txBody>
          <a:bodyPr anchor="b">
            <a:normAutofit/>
          </a:bodyPr>
          <a:lstStyle>
            <a:lvl1pPr algn="ctr">
              <a:defRPr sz="4400" b="0" cap="none"/>
            </a:lvl1pPr>
          </a:lstStyle>
          <a:p>
            <a:r>
              <a:rPr lang="en-US"/>
              <a:t>Click to edit Master title style</a:t>
            </a:r>
            <a:endParaRPr lang="en-US" dirty="0"/>
          </a:p>
        </p:txBody>
      </p:sp>
      <p:sp>
        <p:nvSpPr>
          <p:cNvPr id="3" name="Text Placeholder 2"/>
          <p:cNvSpPr>
            <a:spLocks noGrp="1"/>
          </p:cNvSpPr>
          <p:nvPr>
            <p:ph type="body" idx="1"/>
          </p:nvPr>
        </p:nvSpPr>
        <p:spPr>
          <a:xfrm>
            <a:off x="2015067" y="3846051"/>
            <a:ext cx="8158690" cy="954547"/>
          </a:xfrm>
        </p:spPr>
        <p:txBody>
          <a:bodyPr anchor="t">
            <a:normAutofit/>
          </a:bodyPr>
          <a:lstStyle>
            <a:lvl1pPr marL="0" indent="0" algn="ctr">
              <a:buNone/>
              <a:defRPr sz="2400">
                <a:solidFill>
                  <a:schemeClr val="tx1"/>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r>
              <a:rPr lang="en-US"/>
              <a:t>3/1/20XX</a:t>
            </a:r>
          </a:p>
        </p:txBody>
      </p:sp>
      <p:sp>
        <p:nvSpPr>
          <p:cNvPr id="5" name="Footer Placeholder 4"/>
          <p:cNvSpPr>
            <a:spLocks noGrp="1"/>
          </p:cNvSpPr>
          <p:nvPr>
            <p:ph type="ftr" sz="quarter" idx="11"/>
          </p:nvPr>
        </p:nvSpPr>
        <p:spPr/>
        <p:txBody>
          <a:bodyPr/>
          <a:lstStyle/>
          <a:p>
            <a:r>
              <a:rPr lang="en-US"/>
              <a:t>SAMPLE FOOTER TEXT</a:t>
            </a:r>
          </a:p>
        </p:txBody>
      </p:sp>
      <p:sp>
        <p:nvSpPr>
          <p:cNvPr id="6" name="Slide Number Placeholder 5"/>
          <p:cNvSpPr>
            <a:spLocks noGrp="1"/>
          </p:cNvSpPr>
          <p:nvPr>
            <p:ph type="sldNum" sz="quarter" idx="12"/>
          </p:nvPr>
        </p:nvSpPr>
        <p:spPr/>
        <p:txBody>
          <a:bodyPr/>
          <a:lstStyle/>
          <a:p>
            <a:fld id="{28844951-7827-47D4-8276-7DDE1FA7D85A}" type="slidenum">
              <a:rPr lang="en-US" smtClean="0"/>
              <a:t>‹#›</a:t>
            </a:fld>
            <a:endParaRPr lang="en-US"/>
          </a:p>
        </p:txBody>
      </p:sp>
      <p:cxnSp>
        <p:nvCxnSpPr>
          <p:cNvPr id="16" name="Straight Connector 15"/>
          <p:cNvCxnSpPr/>
          <p:nvPr/>
        </p:nvCxnSpPr>
        <p:spPr>
          <a:xfrm>
            <a:off x="2012723" y="3710585"/>
            <a:ext cx="8163380" cy="0"/>
          </a:xfrm>
          <a:prstGeom prst="line">
            <a:avLst/>
          </a:prstGeom>
          <a:ln w="15875"/>
        </p:spPr>
        <p:style>
          <a:lnRef idx="2">
            <a:schemeClr val="accent1"/>
          </a:lnRef>
          <a:fillRef idx="0">
            <a:schemeClr val="accent1"/>
          </a:fillRef>
          <a:effectRef idx="1">
            <a:schemeClr val="accent1"/>
          </a:effectRef>
          <a:fontRef idx="minor">
            <a:schemeClr val="tx1"/>
          </a:fontRef>
        </p:style>
      </p:cxnSp>
    </p:spTree>
    <p:extLst>
      <p:ext uri="{BB962C8B-B14F-4D97-AF65-F5344CB8AC3E}">
        <p14:creationId xmlns:p14="http://schemas.microsoft.com/office/powerpoint/2010/main" val="710309366"/>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cxnSp>
        <p:nvCxnSpPr>
          <p:cNvPr id="8" name="Straight Connector 7"/>
          <p:cNvCxnSpPr/>
          <p:nvPr/>
        </p:nvCxnSpPr>
        <p:spPr>
          <a:xfrm>
            <a:off x="1396169" y="2421466"/>
            <a:ext cx="9407298" cy="0"/>
          </a:xfrm>
          <a:prstGeom prst="line">
            <a:avLst/>
          </a:prstGeom>
          <a:ln w="15875"/>
        </p:spPr>
        <p:style>
          <a:lnRef idx="2">
            <a:schemeClr val="accent1"/>
          </a:lnRef>
          <a:fillRef idx="0">
            <a:schemeClr val="accent1"/>
          </a:fillRef>
          <a:effectRef idx="1">
            <a:schemeClr val="accent1"/>
          </a:effectRef>
          <a:fontRef idx="minor">
            <a:schemeClr val="tx1"/>
          </a:fontRef>
        </p:style>
      </p:cxnSp>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sz="half" idx="1"/>
          </p:nvPr>
        </p:nvSpPr>
        <p:spPr>
          <a:xfrm>
            <a:off x="1298448" y="2560320"/>
            <a:ext cx="4718304" cy="3310128"/>
          </a:xfrm>
        </p:spPr>
        <p:txBody>
          <a:bodyPr>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Content Placeholder 3"/>
          <p:cNvSpPr>
            <a:spLocks noGrp="1"/>
          </p:cNvSpPr>
          <p:nvPr>
            <p:ph sz="half" idx="2"/>
          </p:nvPr>
        </p:nvSpPr>
        <p:spPr>
          <a:xfrm>
            <a:off x="6181344" y="2560320"/>
            <a:ext cx="4718304" cy="3310128"/>
          </a:xfrm>
        </p:spPr>
        <p:txBody>
          <a:bodyPr>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Date Placeholder 4"/>
          <p:cNvSpPr>
            <a:spLocks noGrp="1"/>
          </p:cNvSpPr>
          <p:nvPr>
            <p:ph type="dt" sz="half" idx="10"/>
          </p:nvPr>
        </p:nvSpPr>
        <p:spPr/>
        <p:txBody>
          <a:bodyPr/>
          <a:lstStyle/>
          <a:p>
            <a:r>
              <a:rPr lang="en-US"/>
              <a:t>3/1/20XX</a:t>
            </a:r>
          </a:p>
        </p:txBody>
      </p:sp>
      <p:sp>
        <p:nvSpPr>
          <p:cNvPr id="6" name="Footer Placeholder 5"/>
          <p:cNvSpPr>
            <a:spLocks noGrp="1"/>
          </p:cNvSpPr>
          <p:nvPr>
            <p:ph type="ftr" sz="quarter" idx="11"/>
          </p:nvPr>
        </p:nvSpPr>
        <p:spPr/>
        <p:txBody>
          <a:bodyPr/>
          <a:lstStyle/>
          <a:p>
            <a:r>
              <a:rPr lang="en-US"/>
              <a:t>SAMPLE FOOTER TEXT</a:t>
            </a:r>
          </a:p>
        </p:txBody>
      </p:sp>
      <p:sp>
        <p:nvSpPr>
          <p:cNvPr id="7" name="Slide Number Placeholder 6"/>
          <p:cNvSpPr>
            <a:spLocks noGrp="1"/>
          </p:cNvSpPr>
          <p:nvPr>
            <p:ph type="sldNum" sz="quarter" idx="12"/>
          </p:nvPr>
        </p:nvSpPr>
        <p:spPr/>
        <p:txBody>
          <a:bodyPr/>
          <a:lstStyle/>
          <a:p>
            <a:fld id="{28844951-7827-47D4-8276-7DDE1FA7D85A}" type="slidenum">
              <a:rPr lang="en-US" smtClean="0"/>
              <a:t>‹#›</a:t>
            </a:fld>
            <a:endParaRPr lang="en-US"/>
          </a:p>
        </p:txBody>
      </p:sp>
    </p:spTree>
    <p:extLst>
      <p:ext uri="{BB962C8B-B14F-4D97-AF65-F5344CB8AC3E}">
        <p14:creationId xmlns:p14="http://schemas.microsoft.com/office/powerpoint/2010/main" val="496790308"/>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endParaRPr lang="en-US" dirty="0"/>
          </a:p>
        </p:txBody>
      </p:sp>
      <p:sp>
        <p:nvSpPr>
          <p:cNvPr id="3" name="Text Placeholder 2"/>
          <p:cNvSpPr>
            <a:spLocks noGrp="1"/>
          </p:cNvSpPr>
          <p:nvPr>
            <p:ph type="body" idx="1"/>
          </p:nvPr>
        </p:nvSpPr>
        <p:spPr>
          <a:xfrm>
            <a:off x="1295400" y="2658533"/>
            <a:ext cx="4718304" cy="576262"/>
          </a:xfrm>
        </p:spPr>
        <p:txBody>
          <a:bodyPr anchor="b">
            <a:noAutofit/>
          </a:bodyPr>
          <a:lstStyle>
            <a:lvl1pPr marL="0" indent="0">
              <a:spcBef>
                <a:spcPts val="672"/>
              </a:spcBef>
              <a:spcAft>
                <a:spcPts val="600"/>
              </a:spcAft>
              <a:buNone/>
              <a:defRPr sz="2800" b="0">
                <a:solidFill>
                  <a:schemeClr val="accent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1295400" y="3243262"/>
            <a:ext cx="4718304" cy="2632605"/>
          </a:xfrm>
        </p:spPr>
        <p:txBody>
          <a:bodyPr anchor="t">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Text Placeholder 4"/>
          <p:cNvSpPr>
            <a:spLocks noGrp="1"/>
          </p:cNvSpPr>
          <p:nvPr>
            <p:ph type="body" sz="quarter" idx="3"/>
          </p:nvPr>
        </p:nvSpPr>
        <p:spPr>
          <a:xfrm>
            <a:off x="6180670" y="2658533"/>
            <a:ext cx="4718304" cy="576262"/>
          </a:xfrm>
        </p:spPr>
        <p:txBody>
          <a:bodyPr anchor="b">
            <a:noAutofit/>
          </a:bodyPr>
          <a:lstStyle>
            <a:lvl1pPr marL="0" indent="0">
              <a:spcBef>
                <a:spcPts val="672"/>
              </a:spcBef>
              <a:spcAft>
                <a:spcPts val="600"/>
              </a:spcAft>
              <a:buNone/>
              <a:defRPr sz="2800" b="0">
                <a:solidFill>
                  <a:schemeClr val="accent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6180670" y="3243262"/>
            <a:ext cx="4718304" cy="2632605"/>
          </a:xfrm>
        </p:spPr>
        <p:txBody>
          <a:bodyPr anchor="t">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Date Placeholder 6"/>
          <p:cNvSpPr>
            <a:spLocks noGrp="1"/>
          </p:cNvSpPr>
          <p:nvPr>
            <p:ph type="dt" sz="half" idx="10"/>
          </p:nvPr>
        </p:nvSpPr>
        <p:spPr/>
        <p:txBody>
          <a:bodyPr/>
          <a:lstStyle/>
          <a:p>
            <a:r>
              <a:rPr lang="en-US"/>
              <a:t>3/1/20XX</a:t>
            </a:r>
            <a:endParaRPr lang="en-US" dirty="0"/>
          </a:p>
        </p:txBody>
      </p:sp>
      <p:sp>
        <p:nvSpPr>
          <p:cNvPr id="8" name="Footer Placeholder 7"/>
          <p:cNvSpPr>
            <a:spLocks noGrp="1"/>
          </p:cNvSpPr>
          <p:nvPr>
            <p:ph type="ftr" sz="quarter" idx="11"/>
          </p:nvPr>
        </p:nvSpPr>
        <p:spPr/>
        <p:txBody>
          <a:bodyPr/>
          <a:lstStyle/>
          <a:p>
            <a:r>
              <a:rPr lang="en-US">
                <a:solidFill>
                  <a:srgbClr val="FFFFFF"/>
                </a:solidFill>
              </a:rPr>
              <a:t>SAMPLE FOOTER TEXT</a:t>
            </a:r>
          </a:p>
        </p:txBody>
      </p:sp>
      <p:sp>
        <p:nvSpPr>
          <p:cNvPr id="9" name="Slide Number Placeholder 8"/>
          <p:cNvSpPr>
            <a:spLocks noGrp="1"/>
          </p:cNvSpPr>
          <p:nvPr>
            <p:ph type="sldNum" sz="quarter" idx="12"/>
          </p:nvPr>
        </p:nvSpPr>
        <p:spPr/>
        <p:txBody>
          <a:bodyPr/>
          <a:lstStyle/>
          <a:p>
            <a:fld id="{28844951-7827-47D4-8276-7DDE1FA7D85A}" type="slidenum">
              <a:rPr lang="en-US" smtClean="0"/>
              <a:pPr/>
              <a:t>‹#›</a:t>
            </a:fld>
            <a:endParaRPr lang="en-US"/>
          </a:p>
        </p:txBody>
      </p:sp>
      <p:cxnSp>
        <p:nvCxnSpPr>
          <p:cNvPr id="18" name="Straight Connector 17"/>
          <p:cNvCxnSpPr/>
          <p:nvPr/>
        </p:nvCxnSpPr>
        <p:spPr>
          <a:xfrm>
            <a:off x="1396169" y="2421466"/>
            <a:ext cx="9407298" cy="0"/>
          </a:xfrm>
          <a:prstGeom prst="line">
            <a:avLst/>
          </a:prstGeom>
          <a:ln w="15875"/>
        </p:spPr>
        <p:style>
          <a:lnRef idx="2">
            <a:schemeClr val="accent1"/>
          </a:lnRef>
          <a:fillRef idx="0">
            <a:schemeClr val="accent1"/>
          </a:fillRef>
          <a:effectRef idx="1">
            <a:schemeClr val="accent1"/>
          </a:effectRef>
          <a:fontRef idx="minor">
            <a:schemeClr val="tx1"/>
          </a:fontRef>
        </p:style>
      </p:cxnSp>
    </p:spTree>
    <p:extLst>
      <p:ext uri="{BB962C8B-B14F-4D97-AF65-F5344CB8AC3E}">
        <p14:creationId xmlns:p14="http://schemas.microsoft.com/office/powerpoint/2010/main" val="4241808517"/>
      </p:ext>
    </p:extLst>
  </p:cSld>
  <p:clrMapOvr>
    <a:masterClrMapping/>
  </p:clrMapOvr>
  <p:hf hdr="0"/>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Date Placeholder 2"/>
          <p:cNvSpPr>
            <a:spLocks noGrp="1"/>
          </p:cNvSpPr>
          <p:nvPr>
            <p:ph type="dt" sz="half" idx="10"/>
          </p:nvPr>
        </p:nvSpPr>
        <p:spPr/>
        <p:txBody>
          <a:bodyPr/>
          <a:lstStyle/>
          <a:p>
            <a:r>
              <a:rPr lang="en-US"/>
              <a:t>3/1/20XX</a:t>
            </a:r>
          </a:p>
        </p:txBody>
      </p:sp>
      <p:sp>
        <p:nvSpPr>
          <p:cNvPr id="4" name="Footer Placeholder 3"/>
          <p:cNvSpPr>
            <a:spLocks noGrp="1"/>
          </p:cNvSpPr>
          <p:nvPr>
            <p:ph type="ftr" sz="quarter" idx="11"/>
          </p:nvPr>
        </p:nvSpPr>
        <p:spPr/>
        <p:txBody>
          <a:bodyPr/>
          <a:lstStyle/>
          <a:p>
            <a:r>
              <a:rPr lang="en-US"/>
              <a:t>SAMPLE FOOTER TEXT</a:t>
            </a:r>
          </a:p>
        </p:txBody>
      </p:sp>
      <p:sp>
        <p:nvSpPr>
          <p:cNvPr id="5" name="Slide Number Placeholder 4"/>
          <p:cNvSpPr>
            <a:spLocks noGrp="1"/>
          </p:cNvSpPr>
          <p:nvPr>
            <p:ph type="sldNum" sz="quarter" idx="12"/>
          </p:nvPr>
        </p:nvSpPr>
        <p:spPr/>
        <p:txBody>
          <a:bodyPr/>
          <a:lstStyle/>
          <a:p>
            <a:fld id="{28844951-7827-47D4-8276-7DDE1FA7D85A}" type="slidenum">
              <a:rPr lang="en-US" smtClean="0"/>
              <a:t>‹#›</a:t>
            </a:fld>
            <a:endParaRPr lang="en-US"/>
          </a:p>
        </p:txBody>
      </p:sp>
      <p:cxnSp>
        <p:nvCxnSpPr>
          <p:cNvPr id="14" name="Straight Connector 13"/>
          <p:cNvCxnSpPr/>
          <p:nvPr/>
        </p:nvCxnSpPr>
        <p:spPr>
          <a:xfrm>
            <a:off x="1396169" y="2421466"/>
            <a:ext cx="9407298" cy="0"/>
          </a:xfrm>
          <a:prstGeom prst="line">
            <a:avLst/>
          </a:prstGeom>
          <a:ln w="15875"/>
        </p:spPr>
        <p:style>
          <a:lnRef idx="2">
            <a:schemeClr val="accent1"/>
          </a:lnRef>
          <a:fillRef idx="0">
            <a:schemeClr val="accent1"/>
          </a:fillRef>
          <a:effectRef idx="1">
            <a:schemeClr val="accent1"/>
          </a:effectRef>
          <a:fontRef idx="minor">
            <a:schemeClr val="tx1"/>
          </a:fontRef>
        </p:style>
      </p:cxnSp>
    </p:spTree>
    <p:extLst>
      <p:ext uri="{BB962C8B-B14F-4D97-AF65-F5344CB8AC3E}">
        <p14:creationId xmlns:p14="http://schemas.microsoft.com/office/powerpoint/2010/main" val="833070595"/>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r>
              <a:rPr lang="en-US"/>
              <a:t>3/1/20XX</a:t>
            </a:r>
          </a:p>
        </p:txBody>
      </p:sp>
      <p:sp>
        <p:nvSpPr>
          <p:cNvPr id="3" name="Footer Placeholder 2"/>
          <p:cNvSpPr>
            <a:spLocks noGrp="1"/>
          </p:cNvSpPr>
          <p:nvPr>
            <p:ph type="ftr" sz="quarter" idx="11"/>
          </p:nvPr>
        </p:nvSpPr>
        <p:spPr/>
        <p:txBody>
          <a:bodyPr/>
          <a:lstStyle/>
          <a:p>
            <a:r>
              <a:rPr lang="en-US"/>
              <a:t>SAMPLE FOOTER TEXT</a:t>
            </a:r>
          </a:p>
        </p:txBody>
      </p:sp>
      <p:sp>
        <p:nvSpPr>
          <p:cNvPr id="4" name="Slide Number Placeholder 3"/>
          <p:cNvSpPr>
            <a:spLocks noGrp="1"/>
          </p:cNvSpPr>
          <p:nvPr>
            <p:ph type="sldNum" sz="quarter" idx="12"/>
          </p:nvPr>
        </p:nvSpPr>
        <p:spPr/>
        <p:txBody>
          <a:bodyPr/>
          <a:lstStyle/>
          <a:p>
            <a:fld id="{28844951-7827-47D4-8276-7DDE1FA7D85A}" type="slidenum">
              <a:rPr lang="en-US" smtClean="0"/>
              <a:t>‹#›</a:t>
            </a:fld>
            <a:endParaRPr lang="en-US"/>
          </a:p>
        </p:txBody>
      </p:sp>
    </p:spTree>
    <p:extLst>
      <p:ext uri="{BB962C8B-B14F-4D97-AF65-F5344CB8AC3E}">
        <p14:creationId xmlns:p14="http://schemas.microsoft.com/office/powerpoint/2010/main" val="1798433374"/>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293811" y="1388534"/>
            <a:ext cx="3718455" cy="1371600"/>
          </a:xfrm>
        </p:spPr>
        <p:txBody>
          <a:bodyPr anchor="b">
            <a:normAutofit/>
          </a:bodyPr>
          <a:lstStyle>
            <a:lvl1pPr algn="ctr">
              <a:defRPr sz="2400" b="0"/>
            </a:lvl1pPr>
          </a:lstStyle>
          <a:p>
            <a:r>
              <a:rPr lang="en-US"/>
              <a:t>Click to edit Master title style</a:t>
            </a:r>
            <a:endParaRPr lang="en-US" dirty="0"/>
          </a:p>
        </p:txBody>
      </p:sp>
      <p:sp>
        <p:nvSpPr>
          <p:cNvPr id="3" name="Content Placeholder 2"/>
          <p:cNvSpPr>
            <a:spLocks noGrp="1"/>
          </p:cNvSpPr>
          <p:nvPr>
            <p:ph idx="1"/>
          </p:nvPr>
        </p:nvSpPr>
        <p:spPr>
          <a:xfrm>
            <a:off x="5418668" y="982131"/>
            <a:ext cx="5469466" cy="4893735"/>
          </a:xfrm>
        </p:spPr>
        <p:txBody>
          <a:bodyPr anchor="ctr">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Text Placeholder 3"/>
          <p:cNvSpPr>
            <a:spLocks noGrp="1"/>
          </p:cNvSpPr>
          <p:nvPr>
            <p:ph type="body" sz="half" idx="2"/>
          </p:nvPr>
        </p:nvSpPr>
        <p:spPr>
          <a:xfrm>
            <a:off x="1293811" y="3031065"/>
            <a:ext cx="3718455" cy="2438404"/>
          </a:xfrm>
        </p:spPr>
        <p:txBody>
          <a:bodyPr anchor="t">
            <a:normAutofit/>
          </a:bodyPr>
          <a:lstStyle>
            <a:lvl1pPr marL="0" indent="0" algn="ctr">
              <a:buNone/>
              <a:defRPr sz="16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r>
              <a:rPr lang="en-US"/>
              <a:t>3/1/20XX</a:t>
            </a:r>
          </a:p>
        </p:txBody>
      </p:sp>
      <p:sp>
        <p:nvSpPr>
          <p:cNvPr id="6" name="Footer Placeholder 5"/>
          <p:cNvSpPr>
            <a:spLocks noGrp="1"/>
          </p:cNvSpPr>
          <p:nvPr>
            <p:ph type="ftr" sz="quarter" idx="11"/>
          </p:nvPr>
        </p:nvSpPr>
        <p:spPr/>
        <p:txBody>
          <a:bodyPr/>
          <a:lstStyle/>
          <a:p>
            <a:r>
              <a:rPr lang="en-US"/>
              <a:t>SAMPLE FOOTER TEXT</a:t>
            </a:r>
          </a:p>
        </p:txBody>
      </p:sp>
      <p:sp>
        <p:nvSpPr>
          <p:cNvPr id="7" name="Slide Number Placeholder 6"/>
          <p:cNvSpPr>
            <a:spLocks noGrp="1"/>
          </p:cNvSpPr>
          <p:nvPr>
            <p:ph type="sldNum" sz="quarter" idx="12"/>
          </p:nvPr>
        </p:nvSpPr>
        <p:spPr/>
        <p:txBody>
          <a:bodyPr/>
          <a:lstStyle/>
          <a:p>
            <a:fld id="{28844951-7827-47D4-8276-7DDE1FA7D85A}" type="slidenum">
              <a:rPr lang="en-US" smtClean="0"/>
              <a:t>‹#›</a:t>
            </a:fld>
            <a:endParaRPr lang="en-US"/>
          </a:p>
        </p:txBody>
      </p:sp>
      <p:cxnSp>
        <p:nvCxnSpPr>
          <p:cNvPr id="16" name="Straight Connector 15"/>
          <p:cNvCxnSpPr/>
          <p:nvPr/>
        </p:nvCxnSpPr>
        <p:spPr>
          <a:xfrm>
            <a:off x="1396169" y="2912533"/>
            <a:ext cx="3514498" cy="0"/>
          </a:xfrm>
          <a:prstGeom prst="line">
            <a:avLst/>
          </a:prstGeom>
          <a:ln w="15875"/>
        </p:spPr>
        <p:style>
          <a:lnRef idx="2">
            <a:schemeClr val="accent1"/>
          </a:lnRef>
          <a:fillRef idx="0">
            <a:schemeClr val="accent1"/>
          </a:fillRef>
          <a:effectRef idx="1">
            <a:schemeClr val="accent1"/>
          </a:effectRef>
          <a:fontRef idx="minor">
            <a:schemeClr val="tx1"/>
          </a:fontRef>
        </p:style>
      </p:cxnSp>
    </p:spTree>
    <p:extLst>
      <p:ext uri="{BB962C8B-B14F-4D97-AF65-F5344CB8AC3E}">
        <p14:creationId xmlns:p14="http://schemas.microsoft.com/office/powerpoint/2010/main" val="234077930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295399" y="1883832"/>
            <a:ext cx="6241816" cy="1371600"/>
          </a:xfrm>
        </p:spPr>
        <p:txBody>
          <a:bodyPr anchor="b">
            <a:normAutofit/>
          </a:bodyPr>
          <a:lstStyle>
            <a:lvl1pPr algn="ctr">
              <a:defRPr sz="2800" b="0"/>
            </a:lvl1pPr>
          </a:lstStyle>
          <a:p>
            <a:r>
              <a:rPr lang="en-US"/>
              <a:t>Click to edit Master title style</a:t>
            </a:r>
            <a:endParaRPr lang="en-US" dirty="0"/>
          </a:p>
        </p:txBody>
      </p:sp>
      <p:sp>
        <p:nvSpPr>
          <p:cNvPr id="17" name="Picture Placeholder 2"/>
          <p:cNvSpPr>
            <a:spLocks noGrp="1" noChangeAspect="1"/>
          </p:cNvSpPr>
          <p:nvPr>
            <p:ph type="pic" idx="1"/>
          </p:nvPr>
        </p:nvSpPr>
        <p:spPr>
          <a:xfrm>
            <a:off x="8094831" y="1041400"/>
            <a:ext cx="3063347" cy="4775200"/>
          </a:xfrm>
          <a:prstGeom prst="roundRect">
            <a:avLst>
              <a:gd name="adj" fmla="val 0"/>
            </a:avLst>
          </a:prstGeom>
          <a:ln w="57150" cmpd="thickThin">
            <a:solidFill>
              <a:schemeClr val="tx1">
                <a:lumMod val="50000"/>
                <a:lumOff val="50000"/>
              </a:schemeClr>
            </a:solidFill>
            <a:miter lim="800000"/>
          </a:ln>
          <a:effectLst>
            <a:innerShdw blurRad="57150" dist="38100" dir="14460000">
              <a:srgbClr val="000000">
                <a:alpha val="70000"/>
              </a:srgbClr>
            </a:innerShdw>
          </a:effectLst>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en-US"/>
              <a:t>Click icon to add picture</a:t>
            </a:r>
            <a:endParaRPr lang="en-US" dirty="0"/>
          </a:p>
        </p:txBody>
      </p:sp>
      <p:sp>
        <p:nvSpPr>
          <p:cNvPr id="4" name="Text Placeholder 3"/>
          <p:cNvSpPr>
            <a:spLocks noGrp="1"/>
          </p:cNvSpPr>
          <p:nvPr>
            <p:ph type="body" sz="half" idx="2"/>
          </p:nvPr>
        </p:nvSpPr>
        <p:spPr>
          <a:xfrm>
            <a:off x="1295399" y="3255432"/>
            <a:ext cx="6241816" cy="1828800"/>
          </a:xfrm>
        </p:spPr>
        <p:txBody>
          <a:bodyPr anchor="t">
            <a:normAutofit/>
          </a:bodyPr>
          <a:lstStyle>
            <a:lvl1pPr marL="0" indent="0" algn="ctr">
              <a:buNone/>
              <a:defRPr sz="18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r>
              <a:rPr lang="en-US"/>
              <a:t>3/1/20XX</a:t>
            </a:r>
          </a:p>
        </p:txBody>
      </p:sp>
      <p:sp>
        <p:nvSpPr>
          <p:cNvPr id="6" name="Footer Placeholder 5"/>
          <p:cNvSpPr>
            <a:spLocks noGrp="1"/>
          </p:cNvSpPr>
          <p:nvPr>
            <p:ph type="ftr" sz="quarter" idx="11"/>
          </p:nvPr>
        </p:nvSpPr>
        <p:spPr/>
        <p:txBody>
          <a:bodyPr/>
          <a:lstStyle/>
          <a:p>
            <a:r>
              <a:rPr lang="en-US"/>
              <a:t>SAMPLE FOOTER TEXT</a:t>
            </a:r>
          </a:p>
        </p:txBody>
      </p:sp>
      <p:sp>
        <p:nvSpPr>
          <p:cNvPr id="7" name="Slide Number Placeholder 6"/>
          <p:cNvSpPr>
            <a:spLocks noGrp="1"/>
          </p:cNvSpPr>
          <p:nvPr>
            <p:ph type="sldNum" sz="quarter" idx="12"/>
          </p:nvPr>
        </p:nvSpPr>
        <p:spPr/>
        <p:txBody>
          <a:bodyPr/>
          <a:lstStyle/>
          <a:p>
            <a:fld id="{28844951-7827-47D4-8276-7DDE1FA7D85A}" type="slidenum">
              <a:rPr lang="en-US" smtClean="0"/>
              <a:t>‹#›</a:t>
            </a:fld>
            <a:endParaRPr lang="en-US"/>
          </a:p>
        </p:txBody>
      </p:sp>
    </p:spTree>
    <p:extLst>
      <p:ext uri="{BB962C8B-B14F-4D97-AF65-F5344CB8AC3E}">
        <p14:creationId xmlns:p14="http://schemas.microsoft.com/office/powerpoint/2010/main" val="121307861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p:cSld name="Panoramic 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295401" y="4815415"/>
            <a:ext cx="9609666" cy="566738"/>
          </a:xfrm>
        </p:spPr>
        <p:txBody>
          <a:bodyPr anchor="b">
            <a:normAutofit/>
          </a:bodyPr>
          <a:lstStyle>
            <a:lvl1pPr algn="ctr">
              <a:defRPr sz="2400" b="0"/>
            </a:lvl1pPr>
          </a:lstStyle>
          <a:p>
            <a:r>
              <a:rPr lang="en-US"/>
              <a:t>Click to edit Master title style</a:t>
            </a:r>
            <a:endParaRPr lang="en-US" dirty="0"/>
          </a:p>
        </p:txBody>
      </p:sp>
      <p:sp>
        <p:nvSpPr>
          <p:cNvPr id="3" name="Picture Placeholder 2"/>
          <p:cNvSpPr>
            <a:spLocks noGrp="1" noChangeAspect="1"/>
          </p:cNvSpPr>
          <p:nvPr>
            <p:ph type="pic" idx="1"/>
          </p:nvPr>
        </p:nvSpPr>
        <p:spPr>
          <a:xfrm>
            <a:off x="1041427" y="1041399"/>
            <a:ext cx="10105972" cy="3335869"/>
          </a:xfrm>
          <a:prstGeom prst="roundRect">
            <a:avLst>
              <a:gd name="adj" fmla="val 0"/>
            </a:avLst>
          </a:prstGeom>
          <a:ln w="57150" cmpd="thickThin">
            <a:solidFill>
              <a:schemeClr val="tx1">
                <a:lumMod val="50000"/>
                <a:lumOff val="50000"/>
              </a:schemeClr>
            </a:solidFill>
            <a:miter lim="800000"/>
          </a:ln>
          <a:effectLst>
            <a:innerShdw blurRad="57150" dist="38100" dir="14460000">
              <a:srgbClr val="000000">
                <a:alpha val="70000"/>
              </a:srgbClr>
            </a:innerShdw>
          </a:effectLst>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en-US"/>
              <a:t>Click icon to add picture</a:t>
            </a:r>
            <a:endParaRPr lang="en-US" dirty="0"/>
          </a:p>
        </p:txBody>
      </p:sp>
      <p:sp>
        <p:nvSpPr>
          <p:cNvPr id="4" name="Text Placeholder 3"/>
          <p:cNvSpPr>
            <a:spLocks noGrp="1"/>
          </p:cNvSpPr>
          <p:nvPr>
            <p:ph type="body" sz="half" idx="2"/>
          </p:nvPr>
        </p:nvSpPr>
        <p:spPr>
          <a:xfrm>
            <a:off x="1295401" y="5382153"/>
            <a:ext cx="9609666" cy="493712"/>
          </a:xfrm>
        </p:spPr>
        <p:txBody>
          <a:bodyPr>
            <a:normAutofit/>
          </a:bodyPr>
          <a:lstStyle>
            <a:lvl1pPr marL="0" indent="0" algn="ctr">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r>
              <a:rPr lang="en-US"/>
              <a:t>3/1/20XX</a:t>
            </a:r>
            <a:endParaRPr lang="en-US" dirty="0"/>
          </a:p>
        </p:txBody>
      </p:sp>
      <p:sp>
        <p:nvSpPr>
          <p:cNvPr id="6" name="Footer Placeholder 5"/>
          <p:cNvSpPr>
            <a:spLocks noGrp="1"/>
          </p:cNvSpPr>
          <p:nvPr>
            <p:ph type="ftr" sz="quarter" idx="11"/>
          </p:nvPr>
        </p:nvSpPr>
        <p:spPr/>
        <p:txBody>
          <a:bodyPr/>
          <a:lstStyle/>
          <a:p>
            <a:r>
              <a:rPr lang="en-US">
                <a:solidFill>
                  <a:srgbClr val="FFFFFF"/>
                </a:solidFill>
              </a:rPr>
              <a:t>SAMPLE FOOTER TEXT</a:t>
            </a:r>
          </a:p>
        </p:txBody>
      </p:sp>
      <p:sp>
        <p:nvSpPr>
          <p:cNvPr id="7" name="Slide Number Placeholder 6"/>
          <p:cNvSpPr>
            <a:spLocks noGrp="1"/>
          </p:cNvSpPr>
          <p:nvPr>
            <p:ph type="sldNum" sz="quarter" idx="12"/>
          </p:nvPr>
        </p:nvSpPr>
        <p:spPr/>
        <p:txBody>
          <a:bodyPr/>
          <a:lstStyle/>
          <a:p>
            <a:fld id="{28844951-7827-47D4-8276-7DDE1FA7D85A}" type="slidenum">
              <a:rPr lang="en-US" smtClean="0"/>
              <a:pPr/>
              <a:t>‹#›</a:t>
            </a:fld>
            <a:endParaRPr lang="en-US"/>
          </a:p>
        </p:txBody>
      </p:sp>
    </p:spTree>
    <p:extLst>
      <p:ext uri="{BB962C8B-B14F-4D97-AF65-F5344CB8AC3E}">
        <p14:creationId xmlns:p14="http://schemas.microsoft.com/office/powerpoint/2010/main" val="4228771830"/>
      </p:ext>
    </p:extLst>
  </p:cSld>
  <p:clrMapOvr>
    <a:masterClrMapping/>
  </p:clrMapOvr>
  <p:hf hdr="0"/>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p:cSld name="Title and Caption">
    <p:spTree>
      <p:nvGrpSpPr>
        <p:cNvPr id="1" name=""/>
        <p:cNvGrpSpPr/>
        <p:nvPr/>
      </p:nvGrpSpPr>
      <p:grpSpPr>
        <a:xfrm>
          <a:off x="0" y="0"/>
          <a:ext cx="0" cy="0"/>
          <a:chOff x="0" y="0"/>
          <a:chExt cx="0" cy="0"/>
        </a:xfrm>
      </p:grpSpPr>
      <p:sp>
        <p:nvSpPr>
          <p:cNvPr id="2" name="Title 1"/>
          <p:cNvSpPr>
            <a:spLocks noGrp="1"/>
          </p:cNvSpPr>
          <p:nvPr>
            <p:ph type="title"/>
          </p:nvPr>
        </p:nvSpPr>
        <p:spPr>
          <a:xfrm>
            <a:off x="1303868" y="982132"/>
            <a:ext cx="9592732" cy="2954868"/>
          </a:xfrm>
        </p:spPr>
        <p:txBody>
          <a:bodyPr anchor="ctr">
            <a:normAutofit/>
          </a:bodyPr>
          <a:lstStyle>
            <a:lvl1pPr algn="ctr">
              <a:defRPr sz="3200" b="0" cap="none"/>
            </a:lvl1pPr>
          </a:lstStyle>
          <a:p>
            <a:r>
              <a:rPr lang="en-US"/>
              <a:t>Click to edit Master title style</a:t>
            </a:r>
            <a:endParaRPr lang="en-US" dirty="0"/>
          </a:p>
        </p:txBody>
      </p:sp>
      <p:sp>
        <p:nvSpPr>
          <p:cNvPr id="3" name="Text Placeholder 2"/>
          <p:cNvSpPr>
            <a:spLocks noGrp="1"/>
          </p:cNvSpPr>
          <p:nvPr>
            <p:ph type="body" idx="1"/>
          </p:nvPr>
        </p:nvSpPr>
        <p:spPr>
          <a:xfrm>
            <a:off x="1303868" y="4343399"/>
            <a:ext cx="9592732" cy="1532467"/>
          </a:xfrm>
        </p:spPr>
        <p:txBody>
          <a:bodyPr anchor="ctr">
            <a:normAutofit/>
          </a:bodyPr>
          <a:lstStyle>
            <a:lvl1pPr marL="0" indent="0" algn="ctr">
              <a:buNone/>
              <a:defRPr sz="2000">
                <a:solidFill>
                  <a:schemeClr val="tx1"/>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r>
              <a:rPr lang="en-US"/>
              <a:t>3/1/20XX</a:t>
            </a:r>
            <a:endParaRPr lang="en-US" dirty="0"/>
          </a:p>
        </p:txBody>
      </p:sp>
      <p:sp>
        <p:nvSpPr>
          <p:cNvPr id="5" name="Footer Placeholder 4"/>
          <p:cNvSpPr>
            <a:spLocks noGrp="1"/>
          </p:cNvSpPr>
          <p:nvPr>
            <p:ph type="ftr" sz="quarter" idx="11"/>
          </p:nvPr>
        </p:nvSpPr>
        <p:spPr/>
        <p:txBody>
          <a:bodyPr/>
          <a:lstStyle/>
          <a:p>
            <a:r>
              <a:rPr lang="en-US">
                <a:solidFill>
                  <a:srgbClr val="FFFFFF"/>
                </a:solidFill>
              </a:rPr>
              <a:t>SAMPLE FOOTER TEXT</a:t>
            </a:r>
          </a:p>
        </p:txBody>
      </p:sp>
      <p:sp>
        <p:nvSpPr>
          <p:cNvPr id="6" name="Slide Number Placeholder 5"/>
          <p:cNvSpPr>
            <a:spLocks noGrp="1"/>
          </p:cNvSpPr>
          <p:nvPr>
            <p:ph type="sldNum" sz="quarter" idx="12"/>
          </p:nvPr>
        </p:nvSpPr>
        <p:spPr/>
        <p:txBody>
          <a:bodyPr/>
          <a:lstStyle/>
          <a:p>
            <a:fld id="{28844951-7827-47D4-8276-7DDE1FA7D85A}" type="slidenum">
              <a:rPr lang="en-US" smtClean="0"/>
              <a:pPr/>
              <a:t>‹#›</a:t>
            </a:fld>
            <a:endParaRPr lang="en-US"/>
          </a:p>
        </p:txBody>
      </p:sp>
      <p:cxnSp>
        <p:nvCxnSpPr>
          <p:cNvPr id="15" name="Straight Connector 14"/>
          <p:cNvCxnSpPr/>
          <p:nvPr/>
        </p:nvCxnSpPr>
        <p:spPr>
          <a:xfrm>
            <a:off x="1396169" y="4140199"/>
            <a:ext cx="9407298" cy="0"/>
          </a:xfrm>
          <a:prstGeom prst="line">
            <a:avLst/>
          </a:prstGeom>
          <a:ln w="15875"/>
        </p:spPr>
        <p:style>
          <a:lnRef idx="2">
            <a:schemeClr val="accent1"/>
          </a:lnRef>
          <a:fillRef idx="0">
            <a:schemeClr val="accent1"/>
          </a:fillRef>
          <a:effectRef idx="1">
            <a:schemeClr val="accent1"/>
          </a:effectRef>
          <a:fontRef idx="minor">
            <a:schemeClr val="tx1"/>
          </a:fontRef>
        </p:style>
      </p:cxnSp>
    </p:spTree>
    <p:extLst>
      <p:ext uri="{BB962C8B-B14F-4D97-AF65-F5344CB8AC3E}">
        <p14:creationId xmlns:p14="http://schemas.microsoft.com/office/powerpoint/2010/main" val="2305501919"/>
      </p:ext>
    </p:extLst>
  </p:cSld>
  <p:clrMapOvr>
    <a:masterClrMapping/>
  </p:clrMapOvr>
  <p:hf hdr="0"/>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p:cSld name="Quot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446213" y="982132"/>
            <a:ext cx="9296398" cy="2370668"/>
          </a:xfrm>
        </p:spPr>
        <p:txBody>
          <a:bodyPr anchor="ctr">
            <a:normAutofit/>
          </a:bodyPr>
          <a:lstStyle>
            <a:lvl1pPr algn="ctr">
              <a:defRPr sz="3200" b="0" cap="none">
                <a:solidFill>
                  <a:schemeClr val="tx1"/>
                </a:solidFill>
              </a:defRPr>
            </a:lvl1pPr>
          </a:lstStyle>
          <a:p>
            <a:r>
              <a:rPr lang="en-US"/>
              <a:t>Click to edit Master title style</a:t>
            </a:r>
            <a:endParaRPr lang="en-US" dirty="0"/>
          </a:p>
        </p:txBody>
      </p:sp>
      <p:sp>
        <p:nvSpPr>
          <p:cNvPr id="10" name="Text Placeholder 9"/>
          <p:cNvSpPr>
            <a:spLocks noGrp="1"/>
          </p:cNvSpPr>
          <p:nvPr>
            <p:ph type="body" sz="quarter" idx="13"/>
          </p:nvPr>
        </p:nvSpPr>
        <p:spPr>
          <a:xfrm>
            <a:off x="1674812" y="3352800"/>
            <a:ext cx="8839202" cy="584200"/>
          </a:xfrm>
        </p:spPr>
        <p:txBody>
          <a:bodyPr anchor="ctr">
            <a:normAutofit/>
          </a:bodyPr>
          <a:lstStyle>
            <a:lvl1pPr marL="0" indent="0" algn="r">
              <a:buFontTx/>
              <a:buNone/>
              <a:defRPr sz="2000"/>
            </a:lvl1pPr>
            <a:lvl2pPr marL="457200" indent="0">
              <a:buFontTx/>
              <a:buNone/>
              <a:defRPr/>
            </a:lvl2pPr>
            <a:lvl3pPr marL="914400" indent="0">
              <a:buFontTx/>
              <a:buNone/>
              <a:defRPr/>
            </a:lvl3pPr>
            <a:lvl4pPr marL="1371600" indent="0">
              <a:buFontTx/>
              <a:buNone/>
              <a:defRPr/>
            </a:lvl4pPr>
            <a:lvl5pPr marL="1828800" indent="0">
              <a:buFontTx/>
              <a:buNone/>
              <a:defRPr/>
            </a:lvl5pPr>
          </a:lstStyle>
          <a:p>
            <a:pPr lvl="0"/>
            <a:r>
              <a:rPr lang="en-US"/>
              <a:t>Click to edit Master text styles</a:t>
            </a:r>
          </a:p>
        </p:txBody>
      </p:sp>
      <p:sp>
        <p:nvSpPr>
          <p:cNvPr id="3" name="Text Placeholder 2"/>
          <p:cNvSpPr>
            <a:spLocks noGrp="1"/>
          </p:cNvSpPr>
          <p:nvPr>
            <p:ph type="body" idx="1"/>
          </p:nvPr>
        </p:nvSpPr>
        <p:spPr>
          <a:xfrm>
            <a:off x="1295401" y="4343399"/>
            <a:ext cx="9609666" cy="1532467"/>
          </a:xfrm>
        </p:spPr>
        <p:txBody>
          <a:bodyPr anchor="ctr">
            <a:normAutofit/>
          </a:bodyPr>
          <a:lstStyle>
            <a:lvl1pPr marL="0" indent="0" algn="ctr">
              <a:buNone/>
              <a:defRPr sz="2000">
                <a:solidFill>
                  <a:schemeClr val="tx1"/>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r>
              <a:rPr lang="en-US"/>
              <a:t>3/1/20XX</a:t>
            </a:r>
            <a:endParaRPr lang="en-US" dirty="0"/>
          </a:p>
        </p:txBody>
      </p:sp>
      <p:sp>
        <p:nvSpPr>
          <p:cNvPr id="5" name="Footer Placeholder 4"/>
          <p:cNvSpPr>
            <a:spLocks noGrp="1"/>
          </p:cNvSpPr>
          <p:nvPr>
            <p:ph type="ftr" sz="quarter" idx="11"/>
          </p:nvPr>
        </p:nvSpPr>
        <p:spPr/>
        <p:txBody>
          <a:bodyPr/>
          <a:lstStyle/>
          <a:p>
            <a:r>
              <a:rPr lang="en-US">
                <a:solidFill>
                  <a:srgbClr val="FFFFFF"/>
                </a:solidFill>
              </a:rPr>
              <a:t>SAMPLE FOOTER TEXT</a:t>
            </a:r>
          </a:p>
        </p:txBody>
      </p:sp>
      <p:sp>
        <p:nvSpPr>
          <p:cNvPr id="6" name="Slide Number Placeholder 5"/>
          <p:cNvSpPr>
            <a:spLocks noGrp="1"/>
          </p:cNvSpPr>
          <p:nvPr>
            <p:ph type="sldNum" sz="quarter" idx="12"/>
          </p:nvPr>
        </p:nvSpPr>
        <p:spPr/>
        <p:txBody>
          <a:bodyPr/>
          <a:lstStyle/>
          <a:p>
            <a:fld id="{28844951-7827-47D4-8276-7DDE1FA7D85A}" type="slidenum">
              <a:rPr lang="en-US" smtClean="0"/>
              <a:pPr/>
              <a:t>‹#›</a:t>
            </a:fld>
            <a:endParaRPr lang="en-US"/>
          </a:p>
        </p:txBody>
      </p:sp>
      <p:sp>
        <p:nvSpPr>
          <p:cNvPr id="14" name="TextBox 13"/>
          <p:cNvSpPr txBox="1"/>
          <p:nvPr/>
        </p:nvSpPr>
        <p:spPr>
          <a:xfrm>
            <a:off x="862013" y="879961"/>
            <a:ext cx="609600" cy="584776"/>
          </a:xfrm>
          <a:prstGeom prst="rect">
            <a:avLst/>
          </a:prstGeom>
        </p:spPr>
        <p:txBody>
          <a:bodyPr vert="horz" lIns="91440" tIns="45720" rIns="91440" bIns="45720" rtlCol="0" anchor="ctr">
            <a:noAutofit/>
          </a:bodyPr>
          <a:lstStyle/>
          <a:p>
            <a:pPr lvl="0"/>
            <a:r>
              <a:rPr lang="en-US" sz="8000" dirty="0">
                <a:solidFill>
                  <a:schemeClr val="tx1"/>
                </a:solidFill>
                <a:effectLst/>
              </a:rPr>
              <a:t>“</a:t>
            </a:r>
          </a:p>
        </p:txBody>
      </p:sp>
      <p:sp>
        <p:nvSpPr>
          <p:cNvPr id="15" name="TextBox 14"/>
          <p:cNvSpPr txBox="1"/>
          <p:nvPr/>
        </p:nvSpPr>
        <p:spPr>
          <a:xfrm>
            <a:off x="10600267" y="2827870"/>
            <a:ext cx="609600" cy="584776"/>
          </a:xfrm>
          <a:prstGeom prst="rect">
            <a:avLst/>
          </a:prstGeom>
        </p:spPr>
        <p:txBody>
          <a:bodyPr vert="horz" lIns="91440" tIns="45720" rIns="91440" bIns="45720" rtlCol="0" anchor="ctr">
            <a:noAutofit/>
          </a:bodyPr>
          <a:lstStyle/>
          <a:p>
            <a:pPr lvl="0" algn="r"/>
            <a:r>
              <a:rPr lang="en-US" sz="8000" dirty="0">
                <a:solidFill>
                  <a:schemeClr val="tx1"/>
                </a:solidFill>
                <a:effectLst/>
              </a:rPr>
              <a:t>”</a:t>
            </a:r>
          </a:p>
        </p:txBody>
      </p:sp>
      <p:cxnSp>
        <p:nvCxnSpPr>
          <p:cNvPr id="19" name="Straight Connector 18"/>
          <p:cNvCxnSpPr/>
          <p:nvPr/>
        </p:nvCxnSpPr>
        <p:spPr>
          <a:xfrm>
            <a:off x="1396169" y="4140199"/>
            <a:ext cx="9407298" cy="0"/>
          </a:xfrm>
          <a:prstGeom prst="line">
            <a:avLst/>
          </a:prstGeom>
          <a:ln w="15875"/>
        </p:spPr>
        <p:style>
          <a:lnRef idx="2">
            <a:schemeClr val="accent1"/>
          </a:lnRef>
          <a:fillRef idx="0">
            <a:schemeClr val="accent1"/>
          </a:fillRef>
          <a:effectRef idx="1">
            <a:schemeClr val="accent1"/>
          </a:effectRef>
          <a:fontRef idx="minor">
            <a:schemeClr val="tx1"/>
          </a:fontRef>
        </p:style>
      </p:cxnSp>
    </p:spTree>
    <p:extLst>
      <p:ext uri="{BB962C8B-B14F-4D97-AF65-F5344CB8AC3E}">
        <p14:creationId xmlns:p14="http://schemas.microsoft.com/office/powerpoint/2010/main" val="2158098664"/>
      </p:ext>
    </p:extLst>
  </p:cSld>
  <p:clrMapOvr>
    <a:masterClrMapping/>
  </p:clrMapOvr>
  <p:hf hdr="0"/>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p:cSld name="Name Card">
    <p:spTree>
      <p:nvGrpSpPr>
        <p:cNvPr id="1" name=""/>
        <p:cNvGrpSpPr/>
        <p:nvPr/>
      </p:nvGrpSpPr>
      <p:grpSpPr>
        <a:xfrm>
          <a:off x="0" y="0"/>
          <a:ext cx="0" cy="0"/>
          <a:chOff x="0" y="0"/>
          <a:chExt cx="0" cy="0"/>
        </a:xfrm>
      </p:grpSpPr>
      <p:sp>
        <p:nvSpPr>
          <p:cNvPr id="2" name="Title 1"/>
          <p:cNvSpPr>
            <a:spLocks noGrp="1"/>
          </p:cNvSpPr>
          <p:nvPr>
            <p:ph type="title"/>
          </p:nvPr>
        </p:nvSpPr>
        <p:spPr>
          <a:xfrm>
            <a:off x="1295402" y="3308581"/>
            <a:ext cx="9609668" cy="1468800"/>
          </a:xfrm>
        </p:spPr>
        <p:txBody>
          <a:bodyPr anchor="b">
            <a:normAutofit/>
          </a:bodyPr>
          <a:lstStyle>
            <a:lvl1pPr algn="l">
              <a:defRPr sz="3200" b="0" cap="none"/>
            </a:lvl1pPr>
          </a:lstStyle>
          <a:p>
            <a:r>
              <a:rPr lang="en-US"/>
              <a:t>Click to edit Master title style</a:t>
            </a:r>
            <a:endParaRPr lang="en-US" dirty="0"/>
          </a:p>
        </p:txBody>
      </p:sp>
      <p:sp>
        <p:nvSpPr>
          <p:cNvPr id="3" name="Text Placeholder 2"/>
          <p:cNvSpPr>
            <a:spLocks noGrp="1"/>
          </p:cNvSpPr>
          <p:nvPr>
            <p:ph type="body" idx="1"/>
          </p:nvPr>
        </p:nvSpPr>
        <p:spPr>
          <a:xfrm>
            <a:off x="1295401" y="4777381"/>
            <a:ext cx="9609668" cy="860400"/>
          </a:xfrm>
        </p:spPr>
        <p:txBody>
          <a:bodyPr anchor="t">
            <a:normAutofit/>
          </a:bodyPr>
          <a:lstStyle>
            <a:lvl1pPr marL="0" indent="0" algn="l">
              <a:buNone/>
              <a:defRPr sz="2000">
                <a:solidFill>
                  <a:schemeClr val="tx1"/>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r>
              <a:rPr lang="en-US"/>
              <a:t>3/1/20XX</a:t>
            </a:r>
            <a:endParaRPr lang="en-US" dirty="0"/>
          </a:p>
        </p:txBody>
      </p:sp>
      <p:sp>
        <p:nvSpPr>
          <p:cNvPr id="5" name="Footer Placeholder 4"/>
          <p:cNvSpPr>
            <a:spLocks noGrp="1"/>
          </p:cNvSpPr>
          <p:nvPr>
            <p:ph type="ftr" sz="quarter" idx="11"/>
          </p:nvPr>
        </p:nvSpPr>
        <p:spPr/>
        <p:txBody>
          <a:bodyPr/>
          <a:lstStyle/>
          <a:p>
            <a:r>
              <a:rPr lang="en-US">
                <a:solidFill>
                  <a:srgbClr val="FFFFFF"/>
                </a:solidFill>
              </a:rPr>
              <a:t>SAMPLE FOOTER TEXT</a:t>
            </a:r>
          </a:p>
        </p:txBody>
      </p:sp>
      <p:sp>
        <p:nvSpPr>
          <p:cNvPr id="6" name="Slide Number Placeholder 5"/>
          <p:cNvSpPr>
            <a:spLocks noGrp="1"/>
          </p:cNvSpPr>
          <p:nvPr>
            <p:ph type="sldNum" sz="quarter" idx="12"/>
          </p:nvPr>
        </p:nvSpPr>
        <p:spPr/>
        <p:txBody>
          <a:bodyPr/>
          <a:lstStyle/>
          <a:p>
            <a:fld id="{28844951-7827-47D4-8276-7DDE1FA7D85A}" type="slidenum">
              <a:rPr lang="en-US" smtClean="0"/>
              <a:pPr/>
              <a:t>‹#›</a:t>
            </a:fld>
            <a:endParaRPr lang="en-US"/>
          </a:p>
        </p:txBody>
      </p:sp>
    </p:spTree>
    <p:extLst>
      <p:ext uri="{BB962C8B-B14F-4D97-AF65-F5344CB8AC3E}">
        <p14:creationId xmlns:p14="http://schemas.microsoft.com/office/powerpoint/2010/main" val="1233872132"/>
      </p:ext>
    </p:extLst>
  </p:cSld>
  <p:clrMapOvr>
    <a:masterClrMapping/>
  </p:clrMapOvr>
  <p:hf hdr="0"/>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p:cSld name="Quote Name Card">
    <p:spTree>
      <p:nvGrpSpPr>
        <p:cNvPr id="1" name=""/>
        <p:cNvGrpSpPr/>
        <p:nvPr/>
      </p:nvGrpSpPr>
      <p:grpSpPr>
        <a:xfrm>
          <a:off x="0" y="0"/>
          <a:ext cx="0" cy="0"/>
          <a:chOff x="0" y="0"/>
          <a:chExt cx="0" cy="0"/>
        </a:xfrm>
      </p:grpSpPr>
      <p:sp>
        <p:nvSpPr>
          <p:cNvPr id="2" name="Title 1"/>
          <p:cNvSpPr>
            <a:spLocks noGrp="1"/>
          </p:cNvSpPr>
          <p:nvPr>
            <p:ph type="title"/>
          </p:nvPr>
        </p:nvSpPr>
        <p:spPr>
          <a:xfrm>
            <a:off x="1446213" y="982132"/>
            <a:ext cx="9296398" cy="2243668"/>
          </a:xfrm>
        </p:spPr>
        <p:txBody>
          <a:bodyPr anchor="ctr">
            <a:normAutofit/>
          </a:bodyPr>
          <a:lstStyle>
            <a:lvl1pPr algn="ctr">
              <a:defRPr sz="3200" b="0" cap="none">
                <a:solidFill>
                  <a:schemeClr val="tx1"/>
                </a:solidFill>
              </a:defRPr>
            </a:lvl1pPr>
          </a:lstStyle>
          <a:p>
            <a:r>
              <a:rPr lang="en-US"/>
              <a:t>Click to edit Master title style</a:t>
            </a:r>
            <a:endParaRPr lang="en-US" dirty="0"/>
          </a:p>
        </p:txBody>
      </p:sp>
      <p:sp>
        <p:nvSpPr>
          <p:cNvPr id="23" name="Text Placeholder 2"/>
          <p:cNvSpPr>
            <a:spLocks noGrp="1"/>
          </p:cNvSpPr>
          <p:nvPr>
            <p:ph type="body" idx="13"/>
          </p:nvPr>
        </p:nvSpPr>
        <p:spPr>
          <a:xfrm>
            <a:off x="1295401" y="3639312"/>
            <a:ext cx="9609668" cy="886968"/>
          </a:xfrm>
        </p:spPr>
        <p:txBody>
          <a:bodyPr anchor="b">
            <a:normAutofit/>
          </a:bodyPr>
          <a:lstStyle>
            <a:lvl1pPr marL="0" indent="0" algn="l">
              <a:spcBef>
                <a:spcPts val="0"/>
              </a:spcBef>
              <a:buNone/>
              <a:defRPr sz="2400">
                <a:solidFill>
                  <a:schemeClr val="tx1"/>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3" name="Text Placeholder 2"/>
          <p:cNvSpPr>
            <a:spLocks noGrp="1"/>
          </p:cNvSpPr>
          <p:nvPr>
            <p:ph type="body" idx="1"/>
          </p:nvPr>
        </p:nvSpPr>
        <p:spPr>
          <a:xfrm>
            <a:off x="1295401" y="4529667"/>
            <a:ext cx="9609668" cy="1346200"/>
          </a:xfrm>
        </p:spPr>
        <p:txBody>
          <a:bodyPr anchor="t">
            <a:normAutofit/>
          </a:bodyPr>
          <a:lstStyle>
            <a:lvl1pPr marL="0" indent="0" algn="l">
              <a:buNone/>
              <a:defRPr sz="1800">
                <a:solidFill>
                  <a:schemeClr val="tx1"/>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r>
              <a:rPr lang="en-US"/>
              <a:t>3/1/20XX</a:t>
            </a:r>
            <a:endParaRPr lang="en-US" dirty="0"/>
          </a:p>
        </p:txBody>
      </p:sp>
      <p:sp>
        <p:nvSpPr>
          <p:cNvPr id="5" name="Footer Placeholder 4"/>
          <p:cNvSpPr>
            <a:spLocks noGrp="1"/>
          </p:cNvSpPr>
          <p:nvPr>
            <p:ph type="ftr" sz="quarter" idx="11"/>
          </p:nvPr>
        </p:nvSpPr>
        <p:spPr/>
        <p:txBody>
          <a:bodyPr/>
          <a:lstStyle/>
          <a:p>
            <a:r>
              <a:rPr lang="en-US">
                <a:solidFill>
                  <a:srgbClr val="FFFFFF"/>
                </a:solidFill>
              </a:rPr>
              <a:t>SAMPLE FOOTER TEXT</a:t>
            </a:r>
          </a:p>
        </p:txBody>
      </p:sp>
      <p:sp>
        <p:nvSpPr>
          <p:cNvPr id="6" name="Slide Number Placeholder 5"/>
          <p:cNvSpPr>
            <a:spLocks noGrp="1"/>
          </p:cNvSpPr>
          <p:nvPr>
            <p:ph type="sldNum" sz="quarter" idx="12"/>
          </p:nvPr>
        </p:nvSpPr>
        <p:spPr/>
        <p:txBody>
          <a:bodyPr/>
          <a:lstStyle/>
          <a:p>
            <a:fld id="{28844951-7827-47D4-8276-7DDE1FA7D85A}" type="slidenum">
              <a:rPr lang="en-US" smtClean="0"/>
              <a:pPr/>
              <a:t>‹#›</a:t>
            </a:fld>
            <a:endParaRPr lang="en-US"/>
          </a:p>
        </p:txBody>
      </p:sp>
      <p:sp>
        <p:nvSpPr>
          <p:cNvPr id="12" name="TextBox 11"/>
          <p:cNvSpPr txBox="1"/>
          <p:nvPr/>
        </p:nvSpPr>
        <p:spPr>
          <a:xfrm>
            <a:off x="862013" y="879961"/>
            <a:ext cx="609600" cy="584776"/>
          </a:xfrm>
          <a:prstGeom prst="rect">
            <a:avLst/>
          </a:prstGeom>
        </p:spPr>
        <p:txBody>
          <a:bodyPr vert="horz" lIns="91440" tIns="45720" rIns="91440" bIns="45720" rtlCol="0" anchor="ctr">
            <a:noAutofit/>
          </a:bodyPr>
          <a:lstStyle/>
          <a:p>
            <a:pPr lvl="0"/>
            <a:r>
              <a:rPr lang="en-US" sz="8000" dirty="0">
                <a:solidFill>
                  <a:schemeClr val="tx1"/>
                </a:solidFill>
                <a:effectLst/>
              </a:rPr>
              <a:t>“</a:t>
            </a:r>
          </a:p>
        </p:txBody>
      </p:sp>
      <p:sp>
        <p:nvSpPr>
          <p:cNvPr id="13" name="TextBox 12"/>
          <p:cNvSpPr txBox="1"/>
          <p:nvPr/>
        </p:nvSpPr>
        <p:spPr>
          <a:xfrm>
            <a:off x="10600267" y="2599261"/>
            <a:ext cx="609600" cy="584776"/>
          </a:xfrm>
          <a:prstGeom prst="rect">
            <a:avLst/>
          </a:prstGeom>
        </p:spPr>
        <p:txBody>
          <a:bodyPr vert="horz" lIns="91440" tIns="45720" rIns="91440" bIns="45720" rtlCol="0" anchor="ctr">
            <a:noAutofit/>
          </a:bodyPr>
          <a:lstStyle/>
          <a:p>
            <a:pPr lvl="0" algn="r"/>
            <a:r>
              <a:rPr lang="en-US" sz="8000" dirty="0">
                <a:solidFill>
                  <a:schemeClr val="tx1"/>
                </a:solidFill>
                <a:effectLst/>
              </a:rPr>
              <a:t>”</a:t>
            </a:r>
          </a:p>
        </p:txBody>
      </p:sp>
      <p:cxnSp>
        <p:nvCxnSpPr>
          <p:cNvPr id="26" name="Straight Connector 25"/>
          <p:cNvCxnSpPr/>
          <p:nvPr/>
        </p:nvCxnSpPr>
        <p:spPr>
          <a:xfrm>
            <a:off x="1396169" y="3429000"/>
            <a:ext cx="9407298" cy="0"/>
          </a:xfrm>
          <a:prstGeom prst="line">
            <a:avLst/>
          </a:prstGeom>
          <a:ln w="15875"/>
        </p:spPr>
        <p:style>
          <a:lnRef idx="2">
            <a:schemeClr val="accent1"/>
          </a:lnRef>
          <a:fillRef idx="0">
            <a:schemeClr val="accent1"/>
          </a:fillRef>
          <a:effectRef idx="1">
            <a:schemeClr val="accent1"/>
          </a:effectRef>
          <a:fontRef idx="minor">
            <a:schemeClr val="tx1"/>
          </a:fontRef>
        </p:style>
      </p:cxnSp>
    </p:spTree>
    <p:extLst>
      <p:ext uri="{BB962C8B-B14F-4D97-AF65-F5344CB8AC3E}">
        <p14:creationId xmlns:p14="http://schemas.microsoft.com/office/powerpoint/2010/main" val="1185757306"/>
      </p:ext>
    </p:extLst>
  </p:cSld>
  <p:clrMapOvr>
    <a:masterClrMapping/>
  </p:clrMapOvr>
  <p:hf hdr="0"/>
</p:sldLayout>
</file>

<file path=ppt/slideLayouts/slideLayout15.xml><?xml version="1.0" encoding="utf-8"?>
<p:sldLayout xmlns:a="http://schemas.openxmlformats.org/drawingml/2006/main" xmlns:r="http://schemas.openxmlformats.org/officeDocument/2006/relationships" xmlns:p="http://schemas.openxmlformats.org/presentationml/2006/main" preserve="1">
  <p:cSld name="True or False">
    <p:spTree>
      <p:nvGrpSpPr>
        <p:cNvPr id="1" name=""/>
        <p:cNvGrpSpPr/>
        <p:nvPr/>
      </p:nvGrpSpPr>
      <p:grpSpPr>
        <a:xfrm>
          <a:off x="0" y="0"/>
          <a:ext cx="0" cy="0"/>
          <a:chOff x="0" y="0"/>
          <a:chExt cx="0" cy="0"/>
        </a:xfrm>
      </p:grpSpPr>
      <p:sp>
        <p:nvSpPr>
          <p:cNvPr id="2" name="Title 1"/>
          <p:cNvSpPr>
            <a:spLocks noGrp="1"/>
          </p:cNvSpPr>
          <p:nvPr>
            <p:ph type="title"/>
          </p:nvPr>
        </p:nvSpPr>
        <p:spPr>
          <a:xfrm>
            <a:off x="1295401" y="982132"/>
            <a:ext cx="9609666" cy="2243668"/>
          </a:xfrm>
        </p:spPr>
        <p:txBody>
          <a:bodyPr vert="horz" lIns="91440" tIns="45720" rIns="91440" bIns="45720" rtlCol="0" anchor="ctr">
            <a:normAutofit/>
          </a:bodyPr>
          <a:lstStyle>
            <a:lvl1pPr>
              <a:defRPr lang="en-US" b="0" dirty="0"/>
            </a:lvl1pPr>
          </a:lstStyle>
          <a:p>
            <a:pPr marL="0" lvl="0"/>
            <a:r>
              <a:rPr lang="en-US"/>
              <a:t>Click to edit Master title style</a:t>
            </a:r>
            <a:endParaRPr lang="en-US" dirty="0"/>
          </a:p>
        </p:txBody>
      </p:sp>
      <p:sp>
        <p:nvSpPr>
          <p:cNvPr id="20" name="Text Placeholder 2"/>
          <p:cNvSpPr>
            <a:spLocks noGrp="1"/>
          </p:cNvSpPr>
          <p:nvPr>
            <p:ph type="body" idx="13"/>
          </p:nvPr>
        </p:nvSpPr>
        <p:spPr>
          <a:xfrm>
            <a:off x="1295401" y="3630168"/>
            <a:ext cx="9609668" cy="841248"/>
          </a:xfrm>
        </p:spPr>
        <p:txBody>
          <a:bodyPr anchor="b">
            <a:normAutofit/>
          </a:bodyPr>
          <a:lstStyle>
            <a:lvl1pPr marL="0" indent="0" algn="l">
              <a:spcBef>
                <a:spcPts val="0"/>
              </a:spcBef>
              <a:buNone/>
              <a:defRPr sz="2800">
                <a:solidFill>
                  <a:schemeClr val="tx1"/>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3" name="Text Placeholder 2"/>
          <p:cNvSpPr>
            <a:spLocks noGrp="1"/>
          </p:cNvSpPr>
          <p:nvPr>
            <p:ph type="body" idx="1"/>
          </p:nvPr>
        </p:nvSpPr>
        <p:spPr>
          <a:xfrm>
            <a:off x="1295400" y="4470399"/>
            <a:ext cx="9609670" cy="1405467"/>
          </a:xfrm>
        </p:spPr>
        <p:txBody>
          <a:bodyPr anchor="t">
            <a:normAutofit/>
          </a:bodyPr>
          <a:lstStyle>
            <a:lvl1pPr marL="0" indent="0" algn="l">
              <a:buNone/>
              <a:defRPr sz="1800">
                <a:solidFill>
                  <a:schemeClr val="tx1"/>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r>
              <a:rPr lang="en-US"/>
              <a:t>3/1/20XX</a:t>
            </a:r>
            <a:endParaRPr lang="en-US" dirty="0"/>
          </a:p>
        </p:txBody>
      </p:sp>
      <p:sp>
        <p:nvSpPr>
          <p:cNvPr id="5" name="Footer Placeholder 4"/>
          <p:cNvSpPr>
            <a:spLocks noGrp="1"/>
          </p:cNvSpPr>
          <p:nvPr>
            <p:ph type="ftr" sz="quarter" idx="11"/>
          </p:nvPr>
        </p:nvSpPr>
        <p:spPr/>
        <p:txBody>
          <a:bodyPr/>
          <a:lstStyle/>
          <a:p>
            <a:r>
              <a:rPr lang="en-US">
                <a:solidFill>
                  <a:srgbClr val="FFFFFF"/>
                </a:solidFill>
              </a:rPr>
              <a:t>SAMPLE FOOTER TEXT</a:t>
            </a:r>
          </a:p>
        </p:txBody>
      </p:sp>
      <p:sp>
        <p:nvSpPr>
          <p:cNvPr id="6" name="Slide Number Placeholder 5"/>
          <p:cNvSpPr>
            <a:spLocks noGrp="1"/>
          </p:cNvSpPr>
          <p:nvPr>
            <p:ph type="sldNum" sz="quarter" idx="12"/>
          </p:nvPr>
        </p:nvSpPr>
        <p:spPr/>
        <p:txBody>
          <a:bodyPr/>
          <a:lstStyle/>
          <a:p>
            <a:fld id="{28844951-7827-47D4-8276-7DDE1FA7D85A}" type="slidenum">
              <a:rPr lang="en-US" smtClean="0"/>
              <a:pPr/>
              <a:t>‹#›</a:t>
            </a:fld>
            <a:endParaRPr lang="en-US"/>
          </a:p>
        </p:txBody>
      </p:sp>
      <p:cxnSp>
        <p:nvCxnSpPr>
          <p:cNvPr id="15" name="Straight Connector 14"/>
          <p:cNvCxnSpPr/>
          <p:nvPr/>
        </p:nvCxnSpPr>
        <p:spPr>
          <a:xfrm>
            <a:off x="1396169" y="3429000"/>
            <a:ext cx="9407298" cy="0"/>
          </a:xfrm>
          <a:prstGeom prst="line">
            <a:avLst/>
          </a:prstGeom>
          <a:ln w="15875"/>
        </p:spPr>
        <p:style>
          <a:lnRef idx="2">
            <a:schemeClr val="accent1"/>
          </a:lnRef>
          <a:fillRef idx="0">
            <a:schemeClr val="accent1"/>
          </a:fillRef>
          <a:effectRef idx="1">
            <a:schemeClr val="accent1"/>
          </a:effectRef>
          <a:fontRef idx="minor">
            <a:schemeClr val="tx1"/>
          </a:fontRef>
        </p:style>
      </p:cxnSp>
    </p:spTree>
    <p:extLst>
      <p:ext uri="{BB962C8B-B14F-4D97-AF65-F5344CB8AC3E}">
        <p14:creationId xmlns:p14="http://schemas.microsoft.com/office/powerpoint/2010/main" val="3655363589"/>
      </p:ext>
    </p:extLst>
  </p:cSld>
  <p:clrMapOvr>
    <a:masterClrMapping/>
  </p:clrMapOvr>
  <p:hf hdr="0"/>
</p:sldLayout>
</file>

<file path=ppt/slideLayouts/slideLayout16.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lgn="ctr">
              <a:defRPr/>
            </a:lvl1pPr>
          </a:lstStyle>
          <a:p>
            <a:r>
              <a:rPr lang="en-US"/>
              <a:t>Click to edit Master title style</a:t>
            </a:r>
            <a:endParaRPr lang="en-US" dirty="0"/>
          </a:p>
        </p:txBody>
      </p:sp>
      <p:sp>
        <p:nvSpPr>
          <p:cNvPr id="3" name="Vertical Text Placeholder 2"/>
          <p:cNvSpPr>
            <a:spLocks noGrp="1"/>
          </p:cNvSpPr>
          <p:nvPr>
            <p:ph type="body" orient="vert" idx="1"/>
          </p:nvPr>
        </p:nvSpPr>
        <p:spPr/>
        <p:txBody>
          <a:bodyPr vert="eaVert" ancho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r>
              <a:rPr lang="en-US"/>
              <a:t>3/1/20XX</a:t>
            </a:r>
            <a:endParaRPr lang="en-US" dirty="0"/>
          </a:p>
        </p:txBody>
      </p:sp>
      <p:sp>
        <p:nvSpPr>
          <p:cNvPr id="5" name="Footer Placeholder 4"/>
          <p:cNvSpPr>
            <a:spLocks noGrp="1"/>
          </p:cNvSpPr>
          <p:nvPr>
            <p:ph type="ftr" sz="quarter" idx="11"/>
          </p:nvPr>
        </p:nvSpPr>
        <p:spPr/>
        <p:txBody>
          <a:bodyPr/>
          <a:lstStyle/>
          <a:p>
            <a:r>
              <a:rPr lang="en-US">
                <a:solidFill>
                  <a:srgbClr val="FFFFFF"/>
                </a:solidFill>
              </a:rPr>
              <a:t>SAMPLE FOOTER TEXT</a:t>
            </a:r>
          </a:p>
        </p:txBody>
      </p:sp>
      <p:sp>
        <p:nvSpPr>
          <p:cNvPr id="6" name="Slide Number Placeholder 5"/>
          <p:cNvSpPr>
            <a:spLocks noGrp="1"/>
          </p:cNvSpPr>
          <p:nvPr>
            <p:ph type="sldNum" sz="quarter" idx="12"/>
          </p:nvPr>
        </p:nvSpPr>
        <p:spPr/>
        <p:txBody>
          <a:bodyPr/>
          <a:lstStyle/>
          <a:p>
            <a:fld id="{28844951-7827-47D4-8276-7DDE1FA7D85A}" type="slidenum">
              <a:rPr lang="en-US" smtClean="0"/>
              <a:pPr/>
              <a:t>‹#›</a:t>
            </a:fld>
            <a:endParaRPr lang="en-US"/>
          </a:p>
        </p:txBody>
      </p:sp>
      <p:cxnSp>
        <p:nvCxnSpPr>
          <p:cNvPr id="14" name="Straight Connector 13"/>
          <p:cNvCxnSpPr/>
          <p:nvPr/>
        </p:nvCxnSpPr>
        <p:spPr>
          <a:xfrm>
            <a:off x="1396169" y="2421466"/>
            <a:ext cx="9407298" cy="0"/>
          </a:xfrm>
          <a:prstGeom prst="line">
            <a:avLst/>
          </a:prstGeom>
          <a:ln w="15875"/>
        </p:spPr>
        <p:style>
          <a:lnRef idx="2">
            <a:schemeClr val="accent1"/>
          </a:lnRef>
          <a:fillRef idx="0">
            <a:schemeClr val="accent1"/>
          </a:fillRef>
          <a:effectRef idx="1">
            <a:schemeClr val="accent1"/>
          </a:effectRef>
          <a:fontRef idx="minor">
            <a:schemeClr val="tx1"/>
          </a:fontRef>
        </p:style>
      </p:cxnSp>
    </p:spTree>
    <p:extLst>
      <p:ext uri="{BB962C8B-B14F-4D97-AF65-F5344CB8AC3E}">
        <p14:creationId xmlns:p14="http://schemas.microsoft.com/office/powerpoint/2010/main" val="3846126470"/>
      </p:ext>
    </p:extLst>
  </p:cSld>
  <p:clrMapOvr>
    <a:masterClrMapping/>
  </p:clrMapOvr>
  <p:hf hdr="0"/>
</p:sldLayout>
</file>

<file path=ppt/slideLayouts/slideLayout17.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8999356" y="982131"/>
            <a:ext cx="1890895" cy="4893735"/>
          </a:xfrm>
        </p:spPr>
        <p:txBody>
          <a:bodyPr vert="eaVert"/>
          <a:lstStyle/>
          <a:p>
            <a:r>
              <a:rPr lang="en-US"/>
              <a:t>Click to edit Master title style</a:t>
            </a:r>
            <a:endParaRPr lang="en-US" dirty="0"/>
          </a:p>
        </p:txBody>
      </p:sp>
      <p:sp>
        <p:nvSpPr>
          <p:cNvPr id="3" name="Vertical Text Placeholder 2"/>
          <p:cNvSpPr>
            <a:spLocks noGrp="1"/>
          </p:cNvSpPr>
          <p:nvPr>
            <p:ph type="body" orient="vert" idx="1"/>
          </p:nvPr>
        </p:nvSpPr>
        <p:spPr>
          <a:xfrm>
            <a:off x="1295398" y="982132"/>
            <a:ext cx="7433025" cy="4893734"/>
          </a:xfrm>
        </p:spPr>
        <p:txBody>
          <a:bodyPr vert="eaVert" ancho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r>
              <a:rPr lang="en-US"/>
              <a:t>3/1/20XX</a:t>
            </a:r>
            <a:endParaRPr lang="en-US" dirty="0"/>
          </a:p>
        </p:txBody>
      </p:sp>
      <p:sp>
        <p:nvSpPr>
          <p:cNvPr id="5" name="Footer Placeholder 4"/>
          <p:cNvSpPr>
            <a:spLocks noGrp="1"/>
          </p:cNvSpPr>
          <p:nvPr>
            <p:ph type="ftr" sz="quarter" idx="11"/>
          </p:nvPr>
        </p:nvSpPr>
        <p:spPr/>
        <p:txBody>
          <a:bodyPr/>
          <a:lstStyle/>
          <a:p>
            <a:r>
              <a:rPr lang="en-US">
                <a:solidFill>
                  <a:srgbClr val="FFFFFF"/>
                </a:solidFill>
              </a:rPr>
              <a:t>SAMPLE FOOTER TEXT</a:t>
            </a:r>
          </a:p>
        </p:txBody>
      </p:sp>
      <p:sp>
        <p:nvSpPr>
          <p:cNvPr id="6" name="Slide Number Placeholder 5"/>
          <p:cNvSpPr>
            <a:spLocks noGrp="1"/>
          </p:cNvSpPr>
          <p:nvPr>
            <p:ph type="sldNum" sz="quarter" idx="12"/>
          </p:nvPr>
        </p:nvSpPr>
        <p:spPr/>
        <p:txBody>
          <a:bodyPr/>
          <a:lstStyle/>
          <a:p>
            <a:fld id="{28844951-7827-47D4-8276-7DDE1FA7D85A}" type="slidenum">
              <a:rPr lang="en-US" smtClean="0"/>
              <a:pPr/>
              <a:t>‹#›</a:t>
            </a:fld>
            <a:endParaRPr lang="en-US"/>
          </a:p>
        </p:txBody>
      </p:sp>
      <p:cxnSp>
        <p:nvCxnSpPr>
          <p:cNvPr id="14" name="Straight Connector 13"/>
          <p:cNvCxnSpPr/>
          <p:nvPr/>
        </p:nvCxnSpPr>
        <p:spPr>
          <a:xfrm>
            <a:off x="8863890" y="990600"/>
            <a:ext cx="0" cy="4876800"/>
          </a:xfrm>
          <a:prstGeom prst="line">
            <a:avLst/>
          </a:prstGeom>
          <a:ln w="15875"/>
        </p:spPr>
        <p:style>
          <a:lnRef idx="2">
            <a:schemeClr val="accent1"/>
          </a:lnRef>
          <a:fillRef idx="0">
            <a:schemeClr val="accent1"/>
          </a:fillRef>
          <a:effectRef idx="1">
            <a:schemeClr val="accent1"/>
          </a:effectRef>
          <a:fontRef idx="minor">
            <a:schemeClr val="tx1"/>
          </a:fontRef>
        </p:style>
      </p:cxnSp>
    </p:spTree>
    <p:extLst>
      <p:ext uri="{BB962C8B-B14F-4D97-AF65-F5344CB8AC3E}">
        <p14:creationId xmlns:p14="http://schemas.microsoft.com/office/powerpoint/2010/main" val="3665001259"/>
      </p:ext>
    </p:extLst>
  </p:cSld>
  <p:clrMapOvr>
    <a:masterClrMapping/>
  </p:clrMapOvr>
  <p:hf hdr="0"/>
</p:sldLayout>
</file>

<file path=ppt/slideLayouts/slideLayout18.xml><?xml version="1.0" encoding="utf-8"?>
<p:sldLayout xmlns:a="http://schemas.openxmlformats.org/drawingml/2006/main" xmlns:r="http://schemas.openxmlformats.org/officeDocument/2006/relationships" xmlns:p="http://schemas.openxmlformats.org/presentationml/2006/main" userDrawn="1">
  <p:cSld name="Title">
    <p:spTree>
      <p:nvGrpSpPr>
        <p:cNvPr id="1" name=""/>
        <p:cNvGrpSpPr/>
        <p:nvPr/>
      </p:nvGrpSpPr>
      <p:grpSpPr>
        <a:xfrm>
          <a:off x="0" y="0"/>
          <a:ext cx="0" cy="0"/>
          <a:chOff x="0" y="0"/>
          <a:chExt cx="0" cy="0"/>
        </a:xfrm>
      </p:grpSpPr>
      <p:sp useBgFill="1">
        <p:nvSpPr>
          <p:cNvPr id="11" name="Rectangle 10">
            <a:extLst>
              <a:ext uri="{FF2B5EF4-FFF2-40B4-BE49-F238E27FC236}">
                <a16:creationId xmlns:a16="http://schemas.microsoft.com/office/drawing/2014/main" id="{B3FB0C32-F044-4939-92E4-8BA39B7A391A}"/>
              </a:ext>
              <a:ext uri="{C183D7F6-B498-43B3-948B-1728B52AA6E4}">
                <adec:decorative xmlns:adec="http://schemas.microsoft.com/office/drawing/2017/decorative" val="1"/>
              </a:ext>
            </a:extLst>
          </p:cNvPr>
          <p:cNvSpPr/>
          <p:nvPr userDrawn="1"/>
        </p:nvSpPr>
        <p:spPr>
          <a:xfrm>
            <a:off x="3050" y="-663"/>
            <a:ext cx="12188952"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2" name="Rectangle 11">
            <a:extLst>
              <a:ext uri="{FF2B5EF4-FFF2-40B4-BE49-F238E27FC236}">
                <a16:creationId xmlns:a16="http://schemas.microsoft.com/office/drawing/2014/main" id="{6584BE8A-3E34-4967-9E7C-13EC8F6A990A}"/>
              </a:ext>
              <a:ext uri="{C183D7F6-B498-43B3-948B-1728B52AA6E4}">
                <adec:decorative xmlns:adec="http://schemas.microsoft.com/office/drawing/2017/decorative" val="1"/>
              </a:ext>
            </a:extLst>
          </p:cNvPr>
          <p:cNvSpPr/>
          <p:nvPr userDrawn="1"/>
        </p:nvSpPr>
        <p:spPr>
          <a:xfrm>
            <a:off x="3050" y="-663"/>
            <a:ext cx="12188952" cy="6858000"/>
          </a:xfrm>
          <a:prstGeom prst="rect">
            <a:avLst/>
          </a:prstGeom>
          <a:gradFill flip="none" rotWithShape="1">
            <a:gsLst>
              <a:gs pos="0">
                <a:schemeClr val="accent2">
                  <a:alpha val="60000"/>
                </a:schemeClr>
              </a:gs>
              <a:gs pos="100000">
                <a:schemeClr val="accent1">
                  <a:alpha val="60000"/>
                </a:schemeClr>
              </a:gs>
            </a:gsLst>
            <a:lin ang="2700000" scaled="1"/>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3" name="Rectangle 12">
            <a:extLst>
              <a:ext uri="{FF2B5EF4-FFF2-40B4-BE49-F238E27FC236}">
                <a16:creationId xmlns:a16="http://schemas.microsoft.com/office/drawing/2014/main" id="{99BFF676-EC35-4FFD-8894-CA4F2830700A}"/>
              </a:ext>
              <a:ext uri="{C183D7F6-B498-43B3-948B-1728B52AA6E4}">
                <adec:decorative xmlns:adec="http://schemas.microsoft.com/office/drawing/2017/decorative" val="1"/>
              </a:ext>
            </a:extLst>
          </p:cNvPr>
          <p:cNvSpPr/>
          <p:nvPr userDrawn="1"/>
        </p:nvSpPr>
        <p:spPr>
          <a:xfrm>
            <a:off x="3050" y="0"/>
            <a:ext cx="12188952" cy="6858000"/>
          </a:xfrm>
          <a:prstGeom prst="rect">
            <a:avLst/>
          </a:prstGeom>
          <a:solidFill>
            <a:schemeClr val="bg2">
              <a:alpha val="2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4" name="Oval 13">
            <a:extLst>
              <a:ext uri="{FF2B5EF4-FFF2-40B4-BE49-F238E27FC236}">
                <a16:creationId xmlns:a16="http://schemas.microsoft.com/office/drawing/2014/main" id="{32DA1557-E095-4C82-B659-3AF550080BB1}"/>
              </a:ext>
              <a:ext uri="{C183D7F6-B498-43B3-948B-1728B52AA6E4}">
                <adec:decorative xmlns:adec="http://schemas.microsoft.com/office/drawing/2017/decorative" val="1"/>
              </a:ext>
            </a:extLst>
          </p:cNvPr>
          <p:cNvSpPr/>
          <p:nvPr userDrawn="1"/>
        </p:nvSpPr>
        <p:spPr>
          <a:xfrm rot="16200000">
            <a:off x="2746250" y="-663"/>
            <a:ext cx="6857999" cy="6857998"/>
          </a:xfrm>
          <a:prstGeom prst="ellipse">
            <a:avLst/>
          </a:prstGeom>
          <a:gradFill>
            <a:gsLst>
              <a:gs pos="0">
                <a:schemeClr val="accent1">
                  <a:lumMod val="20000"/>
                  <a:lumOff val="80000"/>
                  <a:alpha val="40000"/>
                </a:schemeClr>
              </a:gs>
              <a:gs pos="100000">
                <a:schemeClr val="accent1">
                  <a:alpha val="40000"/>
                </a:schemeClr>
              </a:gs>
            </a:gsLst>
            <a:lin ang="2700000" scaled="1"/>
          </a:gradFill>
          <a:ln>
            <a:noFill/>
          </a:ln>
          <a:effectLst>
            <a:softEdge rad="520700"/>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5" name="Oval 14">
            <a:extLst>
              <a:ext uri="{FF2B5EF4-FFF2-40B4-BE49-F238E27FC236}">
                <a16:creationId xmlns:a16="http://schemas.microsoft.com/office/drawing/2014/main" id="{9F34E5EF-94D7-4AE0-BDD1-81A3ECDE614C}"/>
              </a:ext>
              <a:ext uri="{C183D7F6-B498-43B3-948B-1728B52AA6E4}">
                <adec:decorative xmlns:adec="http://schemas.microsoft.com/office/drawing/2017/decorative" val="1"/>
              </a:ext>
            </a:extLst>
          </p:cNvPr>
          <p:cNvSpPr/>
          <p:nvPr userDrawn="1"/>
        </p:nvSpPr>
        <p:spPr>
          <a:xfrm rot="16200000">
            <a:off x="77040" y="1193411"/>
            <a:ext cx="5589934" cy="5737916"/>
          </a:xfrm>
          <a:prstGeom prst="ellipse">
            <a:avLst/>
          </a:prstGeom>
          <a:gradFill>
            <a:gsLst>
              <a:gs pos="0">
                <a:schemeClr val="accent1">
                  <a:alpha val="40000"/>
                </a:schemeClr>
              </a:gs>
              <a:gs pos="100000">
                <a:schemeClr val="accent5">
                  <a:alpha val="20000"/>
                </a:schemeClr>
              </a:gs>
            </a:gsLst>
            <a:lin ang="2700000" scaled="1"/>
          </a:gradFill>
          <a:ln>
            <a:noFill/>
          </a:ln>
          <a:effectLst>
            <a:softEdge rad="952500"/>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6" name="Oval 15">
            <a:extLst>
              <a:ext uri="{FF2B5EF4-FFF2-40B4-BE49-F238E27FC236}">
                <a16:creationId xmlns:a16="http://schemas.microsoft.com/office/drawing/2014/main" id="{D829E57E-3199-4AAA-B2D5-F93264FDA0B5}"/>
              </a:ext>
              <a:ext uri="{C183D7F6-B498-43B3-948B-1728B52AA6E4}">
                <adec:decorative xmlns:adec="http://schemas.microsoft.com/office/drawing/2017/decorative" val="1"/>
              </a:ext>
            </a:extLst>
          </p:cNvPr>
          <p:cNvSpPr/>
          <p:nvPr userDrawn="1"/>
        </p:nvSpPr>
        <p:spPr>
          <a:xfrm rot="16200000">
            <a:off x="6442672" y="193606"/>
            <a:ext cx="5760743" cy="5737917"/>
          </a:xfrm>
          <a:prstGeom prst="ellipse">
            <a:avLst/>
          </a:prstGeom>
          <a:gradFill>
            <a:gsLst>
              <a:gs pos="0">
                <a:schemeClr val="accent1">
                  <a:alpha val="20000"/>
                </a:schemeClr>
              </a:gs>
              <a:gs pos="100000">
                <a:schemeClr val="accent5">
                  <a:alpha val="40000"/>
                </a:schemeClr>
              </a:gs>
            </a:gsLst>
            <a:lin ang="2700000" scaled="1"/>
          </a:gradFill>
          <a:ln>
            <a:noFill/>
          </a:ln>
          <a:effectLst>
            <a:softEdge rad="1003300"/>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pic>
        <p:nvPicPr>
          <p:cNvPr id="17" name="Picture 16" descr="Tag=CustomerPhoto&#10;Crop=1&#10;Align=N/A">
            <a:extLst>
              <a:ext uri="{FF2B5EF4-FFF2-40B4-BE49-F238E27FC236}">
                <a16:creationId xmlns:a16="http://schemas.microsoft.com/office/drawing/2014/main" id="{8A791822-0971-4E61-A5E4-9AAD258F58E3}"/>
              </a:ext>
            </a:extLst>
          </p:cNvPr>
          <p:cNvPicPr>
            <a:picLocks/>
          </p:cNvPicPr>
          <p:nvPr userDrawn="1"/>
        </p:nvPicPr>
        <p:blipFill>
          <a:blip r:embed="rId2">
            <a:alphaModFix amt="20000"/>
            <a:extLst>
              <a:ext uri="{28A0092B-C50C-407E-A947-70E740481C1C}">
                <a14:useLocalDpi xmlns:a14="http://schemas.microsoft.com/office/drawing/2010/main" val="0"/>
              </a:ext>
            </a:extLst>
          </a:blip>
          <a:stretch>
            <a:fillRect/>
          </a:stretch>
        </p:blipFill>
        <p:spPr>
          <a:xfrm>
            <a:off x="3048" y="-663"/>
            <a:ext cx="12188952" cy="6858000"/>
          </a:xfrm>
          <a:prstGeom prst="rect">
            <a:avLst/>
          </a:prstGeom>
        </p:spPr>
      </p:pic>
      <p:sp>
        <p:nvSpPr>
          <p:cNvPr id="18" name="Title 1">
            <a:extLst>
              <a:ext uri="{FF2B5EF4-FFF2-40B4-BE49-F238E27FC236}">
                <a16:creationId xmlns:a16="http://schemas.microsoft.com/office/drawing/2014/main" id="{B86D7D99-F789-4EDA-861D-B6B994F05F1D}"/>
              </a:ext>
            </a:extLst>
          </p:cNvPr>
          <p:cNvSpPr>
            <a:spLocks noGrp="1"/>
          </p:cNvSpPr>
          <p:nvPr>
            <p:ph type="ctrTitle"/>
          </p:nvPr>
        </p:nvSpPr>
        <p:spPr>
          <a:xfrm>
            <a:off x="1527050" y="1121700"/>
            <a:ext cx="9144000" cy="2387600"/>
          </a:xfrm>
        </p:spPr>
        <p:txBody>
          <a:bodyPr/>
          <a:lstStyle>
            <a:lvl1pPr algn="ctr">
              <a:defRPr>
                <a:solidFill>
                  <a:schemeClr val="bg1"/>
                </a:solidFill>
              </a:defRPr>
            </a:lvl1pPr>
          </a:lstStyle>
          <a:p>
            <a:r>
              <a:rPr lang="en-US">
                <a:solidFill>
                  <a:srgbClr val="FFFFFF"/>
                </a:solidFill>
                <a:effectLst>
                  <a:outerShdw blurRad="38100" dist="38100" dir="2700000" algn="tl">
                    <a:srgbClr val="000000">
                      <a:alpha val="43137"/>
                    </a:srgbClr>
                  </a:outerShdw>
                </a:effectLst>
                <a:ea typeface="Cambria" panose="02040503050406030204" pitchFamily="18" charset="0"/>
                <a:cs typeface="Sabon Next LT" panose="020B0502040204020203" pitchFamily="2" charset="0"/>
              </a:rPr>
              <a:t>Click to edit Master title style</a:t>
            </a:r>
            <a:endParaRPr lang="en-US" dirty="0">
              <a:solidFill>
                <a:srgbClr val="FFFFFF"/>
              </a:solidFill>
              <a:effectLst>
                <a:outerShdw blurRad="38100" dist="38100" dir="2700000" algn="tl">
                  <a:srgbClr val="000000">
                    <a:alpha val="43137"/>
                  </a:srgbClr>
                </a:outerShdw>
              </a:effectLst>
              <a:ea typeface="Cambria" panose="02040503050406030204" pitchFamily="18" charset="0"/>
              <a:cs typeface="Sabon Next LT" panose="020B0502040204020203" pitchFamily="2" charset="0"/>
            </a:endParaRPr>
          </a:p>
        </p:txBody>
      </p:sp>
      <p:sp>
        <p:nvSpPr>
          <p:cNvPr id="20" name="Text Placeholder 12">
            <a:extLst>
              <a:ext uri="{FF2B5EF4-FFF2-40B4-BE49-F238E27FC236}">
                <a16:creationId xmlns:a16="http://schemas.microsoft.com/office/drawing/2014/main" id="{2B39487B-EA73-4D7B-93AA-D63B49F4DA7F}"/>
              </a:ext>
            </a:extLst>
          </p:cNvPr>
          <p:cNvSpPr>
            <a:spLocks noGrp="1"/>
          </p:cNvSpPr>
          <p:nvPr>
            <p:ph type="body" sz="quarter" idx="15"/>
          </p:nvPr>
        </p:nvSpPr>
        <p:spPr>
          <a:xfrm>
            <a:off x="1527050" y="3600450"/>
            <a:ext cx="9144000" cy="2451100"/>
          </a:xfrm>
        </p:spPr>
        <p:txBody>
          <a:bodyPr>
            <a:normAutofit/>
          </a:bodyPr>
          <a:lstStyle>
            <a:lvl1pPr marL="0" indent="0" algn="ctr">
              <a:buNone/>
              <a:defRPr sz="2800">
                <a:solidFill>
                  <a:schemeClr val="bg1"/>
                </a:solidFill>
                <a:effectLst/>
                <a:latin typeface="+mn-lt"/>
              </a:defRPr>
            </a:lvl1pPr>
          </a:lstStyle>
          <a:p>
            <a:pPr lvl="0"/>
            <a:r>
              <a:rPr lang="en-US"/>
              <a:t>Click to edit Master text styles</a:t>
            </a:r>
          </a:p>
        </p:txBody>
      </p:sp>
    </p:spTree>
    <p:extLst>
      <p:ext uri="{BB962C8B-B14F-4D97-AF65-F5344CB8AC3E}">
        <p14:creationId xmlns:p14="http://schemas.microsoft.com/office/powerpoint/2010/main" val="503920755"/>
      </p:ext>
    </p:extLst>
  </p:cSld>
  <p:clrMapOvr>
    <a:masterClrMapping/>
  </p:clrMapOvr>
</p:sldLayout>
</file>

<file path=ppt/slideLayouts/slideLayout19.xml><?xml version="1.0" encoding="utf-8"?>
<p:sldLayout xmlns:a="http://schemas.openxmlformats.org/drawingml/2006/main" xmlns:r="http://schemas.openxmlformats.org/officeDocument/2006/relationships" xmlns:p="http://schemas.openxmlformats.org/presentationml/2006/main" userDrawn="1">
  <p:cSld name="Agenda">
    <p:spTree>
      <p:nvGrpSpPr>
        <p:cNvPr id="1" name=""/>
        <p:cNvGrpSpPr/>
        <p:nvPr/>
      </p:nvGrpSpPr>
      <p:grpSpPr>
        <a:xfrm>
          <a:off x="0" y="0"/>
          <a:ext cx="0" cy="0"/>
          <a:chOff x="0" y="0"/>
          <a:chExt cx="0" cy="0"/>
        </a:xfrm>
      </p:grpSpPr>
      <p:sp useBgFill="1">
        <p:nvSpPr>
          <p:cNvPr id="5" name="Rectangle 4">
            <a:extLst>
              <a:ext uri="{FF2B5EF4-FFF2-40B4-BE49-F238E27FC236}">
                <a16:creationId xmlns:a16="http://schemas.microsoft.com/office/drawing/2014/main" id="{3F98AFCE-98D2-46C5-82A8-E45659B1769D}"/>
              </a:ext>
              <a:ext uri="{C183D7F6-B498-43B3-948B-1728B52AA6E4}">
                <adec:decorative xmlns:adec="http://schemas.microsoft.com/office/drawing/2017/decorative" val="1"/>
              </a:ext>
            </a:extLst>
          </p:cNvPr>
          <p:cNvSpPr/>
          <p:nvPr userDrawn="1"/>
        </p:nvSpPr>
        <p:spPr>
          <a:xfrm>
            <a:off x="0" y="0"/>
            <a:ext cx="12188952"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2" name="Frame 11">
            <a:extLst>
              <a:ext uri="{FF2B5EF4-FFF2-40B4-BE49-F238E27FC236}">
                <a16:creationId xmlns:a16="http://schemas.microsoft.com/office/drawing/2014/main" id="{F69999FB-8585-40F0-990C-6A0BAD1C8081}"/>
              </a:ext>
              <a:ext uri="{C183D7F6-B498-43B3-948B-1728B52AA6E4}">
                <adec:decorative xmlns:adec="http://schemas.microsoft.com/office/drawing/2017/decorative" val="1"/>
              </a:ext>
            </a:extLst>
          </p:cNvPr>
          <p:cNvSpPr/>
          <p:nvPr userDrawn="1"/>
        </p:nvSpPr>
        <p:spPr>
          <a:xfrm>
            <a:off x="0" y="0"/>
            <a:ext cx="12188952" cy="6858000"/>
          </a:xfrm>
          <a:prstGeom prst="frame">
            <a:avLst>
              <a:gd name="adj1" fmla="val 7164"/>
            </a:avLst>
          </a:prstGeom>
          <a:gradFill flip="none" rotWithShape="1">
            <a:gsLst>
              <a:gs pos="0">
                <a:schemeClr val="accent2">
                  <a:alpha val="40000"/>
                </a:schemeClr>
              </a:gs>
              <a:gs pos="100000">
                <a:schemeClr val="accent1">
                  <a:alpha val="40000"/>
                </a:schemeClr>
              </a:gs>
            </a:gsLst>
            <a:lin ang="2700000" scaled="1"/>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 name="Title 1">
            <a:extLst>
              <a:ext uri="{FF2B5EF4-FFF2-40B4-BE49-F238E27FC236}">
                <a16:creationId xmlns:a16="http://schemas.microsoft.com/office/drawing/2014/main" id="{2768738E-7449-46C1-B7D3-844FE2BA7D35}"/>
              </a:ext>
            </a:extLst>
          </p:cNvPr>
          <p:cNvSpPr>
            <a:spLocks noGrp="1"/>
          </p:cNvSpPr>
          <p:nvPr>
            <p:ph type="title"/>
          </p:nvPr>
        </p:nvSpPr>
        <p:spPr>
          <a:xfrm>
            <a:off x="838200" y="914399"/>
            <a:ext cx="5992550" cy="2827422"/>
          </a:xfrm>
        </p:spPr>
        <p:txBody>
          <a:bodyPr anchor="t">
            <a:normAutofit/>
          </a:bodyPr>
          <a:lstStyle/>
          <a:p>
            <a:r>
              <a:rPr lang="en-US" sz="4400">
                <a:gradFill flip="none" rotWithShape="1">
                  <a:gsLst>
                    <a:gs pos="0">
                      <a:schemeClr val="accent5">
                        <a:alpha val="70000"/>
                      </a:schemeClr>
                    </a:gs>
                    <a:gs pos="100000">
                      <a:schemeClr val="accent1">
                        <a:alpha val="70000"/>
                      </a:schemeClr>
                    </a:gs>
                  </a:gsLst>
                  <a:lin ang="0" scaled="1"/>
                  <a:tileRect/>
                </a:gradFill>
              </a:rPr>
              <a:t>Click to edit Master title style</a:t>
            </a:r>
            <a:endParaRPr lang="en-US" sz="4400" dirty="0">
              <a:gradFill flip="none" rotWithShape="1">
                <a:gsLst>
                  <a:gs pos="0">
                    <a:schemeClr val="accent5">
                      <a:alpha val="70000"/>
                    </a:schemeClr>
                  </a:gs>
                  <a:gs pos="100000">
                    <a:schemeClr val="accent1">
                      <a:alpha val="70000"/>
                    </a:schemeClr>
                  </a:gs>
                </a:gsLst>
                <a:lin ang="0" scaled="1"/>
                <a:tileRect/>
              </a:gradFill>
            </a:endParaRPr>
          </a:p>
        </p:txBody>
      </p:sp>
      <p:sp>
        <p:nvSpPr>
          <p:cNvPr id="7" name="Content Placeholder 2">
            <a:extLst>
              <a:ext uri="{FF2B5EF4-FFF2-40B4-BE49-F238E27FC236}">
                <a16:creationId xmlns:a16="http://schemas.microsoft.com/office/drawing/2014/main" id="{B0FF04F9-E792-4C19-9FD5-44800CEB2E89}"/>
              </a:ext>
            </a:extLst>
          </p:cNvPr>
          <p:cNvSpPr>
            <a:spLocks noGrp="1"/>
          </p:cNvSpPr>
          <p:nvPr>
            <p:ph idx="1"/>
          </p:nvPr>
        </p:nvSpPr>
        <p:spPr>
          <a:xfrm>
            <a:off x="6976085" y="914400"/>
            <a:ext cx="4377714" cy="2827422"/>
          </a:xfrm>
        </p:spPr>
        <p:txBody>
          <a:bodyPr anchor="t">
            <a:normAutofit/>
          </a:bodyPr>
          <a:lstStyle>
            <a:lvl1pPr marL="0" indent="0">
              <a:buNone/>
              <a:defRPr sz="2800"/>
            </a:lvl1pPr>
          </a:lstStyle>
          <a:p>
            <a:pPr marL="228600" lvl="0" indent="-228600"/>
            <a:r>
              <a:rPr lang="en-US" sz="1800">
                <a:solidFill>
                  <a:schemeClr val="tx2">
                    <a:alpha val="60000"/>
                  </a:schemeClr>
                </a:solidFill>
              </a:rPr>
              <a:t>Click to edit Master text styles</a:t>
            </a:r>
          </a:p>
        </p:txBody>
      </p:sp>
      <p:sp>
        <p:nvSpPr>
          <p:cNvPr id="14" name="Picture Placeholder 13">
            <a:extLst>
              <a:ext uri="{FF2B5EF4-FFF2-40B4-BE49-F238E27FC236}">
                <a16:creationId xmlns:a16="http://schemas.microsoft.com/office/drawing/2014/main" id="{5F2F9DF6-DFB9-44A8-B629-57F58893AD21}"/>
              </a:ext>
            </a:extLst>
          </p:cNvPr>
          <p:cNvSpPr>
            <a:spLocks noGrp="1"/>
          </p:cNvSpPr>
          <p:nvPr>
            <p:ph type="pic" sz="quarter" idx="13"/>
          </p:nvPr>
        </p:nvSpPr>
        <p:spPr>
          <a:xfrm>
            <a:off x="490538" y="4059936"/>
            <a:ext cx="2807208" cy="2322576"/>
          </a:xfrm>
          <a:solidFill>
            <a:schemeClr val="accent6"/>
          </a:solidFill>
        </p:spPr>
        <p:txBody>
          <a:bodyPr/>
          <a:lstStyle/>
          <a:p>
            <a:r>
              <a:rPr lang="en-US"/>
              <a:t>Click icon to add picture</a:t>
            </a:r>
          </a:p>
        </p:txBody>
      </p:sp>
      <p:sp>
        <p:nvSpPr>
          <p:cNvPr id="15" name="Picture Placeholder 13">
            <a:extLst>
              <a:ext uri="{FF2B5EF4-FFF2-40B4-BE49-F238E27FC236}">
                <a16:creationId xmlns:a16="http://schemas.microsoft.com/office/drawing/2014/main" id="{927BC207-43FE-4B6A-AEBE-875B69CF9761}"/>
              </a:ext>
            </a:extLst>
          </p:cNvPr>
          <p:cNvSpPr>
            <a:spLocks noGrp="1"/>
          </p:cNvSpPr>
          <p:nvPr>
            <p:ph type="pic" sz="quarter" idx="14"/>
          </p:nvPr>
        </p:nvSpPr>
        <p:spPr>
          <a:xfrm>
            <a:off x="3291840" y="4059936"/>
            <a:ext cx="2807208" cy="2322576"/>
          </a:xfrm>
          <a:solidFill>
            <a:schemeClr val="accent6"/>
          </a:solidFill>
        </p:spPr>
        <p:txBody>
          <a:bodyPr/>
          <a:lstStyle/>
          <a:p>
            <a:r>
              <a:rPr lang="en-US"/>
              <a:t>Click icon to add picture</a:t>
            </a:r>
          </a:p>
        </p:txBody>
      </p:sp>
      <p:sp>
        <p:nvSpPr>
          <p:cNvPr id="16" name="Picture Placeholder 13">
            <a:extLst>
              <a:ext uri="{FF2B5EF4-FFF2-40B4-BE49-F238E27FC236}">
                <a16:creationId xmlns:a16="http://schemas.microsoft.com/office/drawing/2014/main" id="{EBBF5499-9A70-4846-B98E-316EC17F9FCD}"/>
              </a:ext>
            </a:extLst>
          </p:cNvPr>
          <p:cNvSpPr>
            <a:spLocks noGrp="1"/>
          </p:cNvSpPr>
          <p:nvPr>
            <p:ph type="pic" sz="quarter" idx="15"/>
          </p:nvPr>
        </p:nvSpPr>
        <p:spPr>
          <a:xfrm>
            <a:off x="6099048" y="4059936"/>
            <a:ext cx="2807208" cy="2322576"/>
          </a:xfrm>
          <a:solidFill>
            <a:schemeClr val="accent6"/>
          </a:solidFill>
        </p:spPr>
        <p:txBody>
          <a:bodyPr/>
          <a:lstStyle/>
          <a:p>
            <a:r>
              <a:rPr lang="en-US"/>
              <a:t>Click icon to add picture</a:t>
            </a:r>
          </a:p>
        </p:txBody>
      </p:sp>
      <p:sp>
        <p:nvSpPr>
          <p:cNvPr id="17" name="Picture Placeholder 13">
            <a:extLst>
              <a:ext uri="{FF2B5EF4-FFF2-40B4-BE49-F238E27FC236}">
                <a16:creationId xmlns:a16="http://schemas.microsoft.com/office/drawing/2014/main" id="{C7A79F30-D473-48F6-9AC2-286C7B70F3ED}"/>
              </a:ext>
            </a:extLst>
          </p:cNvPr>
          <p:cNvSpPr>
            <a:spLocks noGrp="1"/>
          </p:cNvSpPr>
          <p:nvPr>
            <p:ph type="pic" sz="quarter" idx="16"/>
          </p:nvPr>
        </p:nvSpPr>
        <p:spPr>
          <a:xfrm>
            <a:off x="8906256" y="4059936"/>
            <a:ext cx="2807208" cy="2322576"/>
          </a:xfrm>
          <a:solidFill>
            <a:schemeClr val="accent6"/>
          </a:solidFill>
        </p:spPr>
        <p:txBody>
          <a:bodyPr/>
          <a:lstStyle/>
          <a:p>
            <a:r>
              <a:rPr lang="en-US"/>
              <a:t>Click icon to add picture</a:t>
            </a:r>
          </a:p>
        </p:txBody>
      </p:sp>
      <p:sp>
        <p:nvSpPr>
          <p:cNvPr id="2" name="Date Placeholder 1">
            <a:extLst>
              <a:ext uri="{FF2B5EF4-FFF2-40B4-BE49-F238E27FC236}">
                <a16:creationId xmlns:a16="http://schemas.microsoft.com/office/drawing/2014/main" id="{118B9F00-8450-475B-B155-993BAF212AF6}"/>
              </a:ext>
            </a:extLst>
          </p:cNvPr>
          <p:cNvSpPr>
            <a:spLocks noGrp="1"/>
          </p:cNvSpPr>
          <p:nvPr>
            <p:ph type="dt" sz="half" idx="10"/>
          </p:nvPr>
        </p:nvSpPr>
        <p:spPr/>
        <p:txBody>
          <a:bodyPr/>
          <a:lstStyle/>
          <a:p>
            <a:r>
              <a:rPr lang="en-US"/>
              <a:t>3/1/20XX</a:t>
            </a:r>
          </a:p>
        </p:txBody>
      </p:sp>
      <p:sp>
        <p:nvSpPr>
          <p:cNvPr id="3" name="Footer Placeholder 2">
            <a:extLst>
              <a:ext uri="{FF2B5EF4-FFF2-40B4-BE49-F238E27FC236}">
                <a16:creationId xmlns:a16="http://schemas.microsoft.com/office/drawing/2014/main" id="{5C0FDDA3-8E6F-42F7-BFBE-7FA9C647CA4E}"/>
              </a:ext>
            </a:extLst>
          </p:cNvPr>
          <p:cNvSpPr>
            <a:spLocks noGrp="1"/>
          </p:cNvSpPr>
          <p:nvPr>
            <p:ph type="ftr" sz="quarter" idx="11"/>
          </p:nvPr>
        </p:nvSpPr>
        <p:spPr/>
        <p:txBody>
          <a:bodyPr/>
          <a:lstStyle/>
          <a:p>
            <a:r>
              <a:rPr lang="en-US"/>
              <a:t>SAMPLE FOOTER TEXT</a:t>
            </a:r>
          </a:p>
        </p:txBody>
      </p:sp>
      <p:sp>
        <p:nvSpPr>
          <p:cNvPr id="4" name="Slide Number Placeholder 3">
            <a:extLst>
              <a:ext uri="{FF2B5EF4-FFF2-40B4-BE49-F238E27FC236}">
                <a16:creationId xmlns:a16="http://schemas.microsoft.com/office/drawing/2014/main" id="{B6C8E678-81B8-4356-9624-A0B999536312}"/>
              </a:ext>
            </a:extLst>
          </p:cNvPr>
          <p:cNvSpPr>
            <a:spLocks noGrp="1"/>
          </p:cNvSpPr>
          <p:nvPr>
            <p:ph type="sldNum" sz="quarter" idx="12"/>
          </p:nvPr>
        </p:nvSpPr>
        <p:spPr/>
        <p:txBody>
          <a:bodyPr/>
          <a:lstStyle/>
          <a:p>
            <a:fld id="{28844951-7827-47D4-8276-7DDE1FA7D85A}" type="slidenum">
              <a:rPr lang="en-US" smtClean="0"/>
              <a:t>‹#›</a:t>
            </a:fld>
            <a:endParaRPr lang="en-US"/>
          </a:p>
        </p:txBody>
      </p:sp>
    </p:spTree>
    <p:extLst>
      <p:ext uri="{BB962C8B-B14F-4D97-AF65-F5344CB8AC3E}">
        <p14:creationId xmlns:p14="http://schemas.microsoft.com/office/powerpoint/2010/main" val="3187745003"/>
      </p:ext>
    </p:extLst>
  </p:cSld>
  <p:clrMapOvr>
    <a:masterClrMapping/>
  </p:clrMapOvr>
</p:sldLayout>
</file>

<file path=ppt/slideLayouts/slideLayout20.xml><?xml version="1.0" encoding="utf-8"?>
<p:sldLayout xmlns:a="http://schemas.openxmlformats.org/drawingml/2006/main" xmlns:r="http://schemas.openxmlformats.org/officeDocument/2006/relationships" xmlns:p="http://schemas.openxmlformats.org/presentationml/2006/main" showMasterSp="0" userDrawn="1">
  <p:cSld name="Introduction">
    <p:spTree>
      <p:nvGrpSpPr>
        <p:cNvPr id="1" name=""/>
        <p:cNvGrpSpPr/>
        <p:nvPr/>
      </p:nvGrpSpPr>
      <p:grpSpPr>
        <a:xfrm>
          <a:off x="0" y="0"/>
          <a:ext cx="0" cy="0"/>
          <a:chOff x="0" y="0"/>
          <a:chExt cx="0" cy="0"/>
        </a:xfrm>
      </p:grpSpPr>
      <p:sp>
        <p:nvSpPr>
          <p:cNvPr id="15" name="Title 1">
            <a:extLst>
              <a:ext uri="{FF2B5EF4-FFF2-40B4-BE49-F238E27FC236}">
                <a16:creationId xmlns:a16="http://schemas.microsoft.com/office/drawing/2014/main" id="{B910AFBC-7932-43F4-ABEA-C89B2698634B}"/>
              </a:ext>
            </a:extLst>
          </p:cNvPr>
          <p:cNvSpPr>
            <a:spLocks noGrp="1"/>
          </p:cNvSpPr>
          <p:nvPr>
            <p:ph type="title"/>
          </p:nvPr>
        </p:nvSpPr>
        <p:spPr>
          <a:xfrm>
            <a:off x="841249" y="857251"/>
            <a:ext cx="5914937" cy="2076450"/>
          </a:xfrm>
        </p:spPr>
        <p:txBody>
          <a:bodyPr anchor="b">
            <a:normAutofit/>
          </a:bodyPr>
          <a:lstStyle/>
          <a:p>
            <a:r>
              <a:rPr lang="en-US" sz="4400">
                <a:gradFill flip="none" rotWithShape="1">
                  <a:gsLst>
                    <a:gs pos="0">
                      <a:schemeClr val="accent5">
                        <a:alpha val="70000"/>
                      </a:schemeClr>
                    </a:gs>
                    <a:gs pos="100000">
                      <a:schemeClr val="accent1">
                        <a:alpha val="70000"/>
                      </a:schemeClr>
                    </a:gs>
                  </a:gsLst>
                  <a:lin ang="0" scaled="1"/>
                  <a:tileRect/>
                </a:gradFill>
              </a:rPr>
              <a:t>Click to edit Master title style</a:t>
            </a:r>
            <a:endParaRPr lang="en-US" sz="4400" dirty="0">
              <a:gradFill flip="none" rotWithShape="1">
                <a:gsLst>
                  <a:gs pos="0">
                    <a:schemeClr val="accent5">
                      <a:alpha val="70000"/>
                    </a:schemeClr>
                  </a:gs>
                  <a:gs pos="100000">
                    <a:schemeClr val="accent1">
                      <a:alpha val="70000"/>
                    </a:schemeClr>
                  </a:gs>
                </a:gsLst>
                <a:lin ang="0" scaled="1"/>
                <a:tileRect/>
              </a:gradFill>
            </a:endParaRPr>
          </a:p>
        </p:txBody>
      </p:sp>
      <p:sp>
        <p:nvSpPr>
          <p:cNvPr id="17" name="Content Placeholder 2">
            <a:extLst>
              <a:ext uri="{FF2B5EF4-FFF2-40B4-BE49-F238E27FC236}">
                <a16:creationId xmlns:a16="http://schemas.microsoft.com/office/drawing/2014/main" id="{1178A42D-5ED2-4AB6-BE4B-4109074320DF}"/>
              </a:ext>
            </a:extLst>
          </p:cNvPr>
          <p:cNvSpPr>
            <a:spLocks noGrp="1"/>
          </p:cNvSpPr>
          <p:nvPr>
            <p:ph idx="1"/>
          </p:nvPr>
        </p:nvSpPr>
        <p:spPr>
          <a:xfrm>
            <a:off x="841248" y="3190875"/>
            <a:ext cx="5914938" cy="2986087"/>
          </a:xfrm>
        </p:spPr>
        <p:txBody>
          <a:bodyPr>
            <a:noAutofit/>
          </a:bodyPr>
          <a:lstStyle>
            <a:lvl1pPr marL="0" indent="0">
              <a:lnSpc>
                <a:spcPct val="100000"/>
              </a:lnSpc>
              <a:buNone/>
              <a:defRPr sz="2000"/>
            </a:lvl1pPr>
          </a:lstStyle>
          <a:p>
            <a:pPr marL="228600" lvl="0" indent="-228600"/>
            <a:r>
              <a:rPr lang="en-US" sz="1800">
                <a:solidFill>
                  <a:schemeClr val="tx2">
                    <a:alpha val="60000"/>
                  </a:schemeClr>
                </a:solidFill>
              </a:rPr>
              <a:t>Click to edit Master text styles</a:t>
            </a:r>
          </a:p>
        </p:txBody>
      </p:sp>
      <p:sp>
        <p:nvSpPr>
          <p:cNvPr id="29" name="Date Placeholder 1">
            <a:extLst>
              <a:ext uri="{FF2B5EF4-FFF2-40B4-BE49-F238E27FC236}">
                <a16:creationId xmlns:a16="http://schemas.microsoft.com/office/drawing/2014/main" id="{4D9A7D07-2BA3-438D-972B-EA578370D50F}"/>
              </a:ext>
            </a:extLst>
          </p:cNvPr>
          <p:cNvSpPr>
            <a:spLocks noGrp="1"/>
          </p:cNvSpPr>
          <p:nvPr>
            <p:ph type="dt" sz="half" idx="10"/>
          </p:nvPr>
        </p:nvSpPr>
        <p:spPr>
          <a:xfrm>
            <a:off x="838200" y="6429375"/>
            <a:ext cx="2743200" cy="365125"/>
          </a:xfrm>
        </p:spPr>
        <p:txBody>
          <a:bodyPr/>
          <a:lstStyle>
            <a:lvl1pPr>
              <a:defRPr>
                <a:solidFill>
                  <a:schemeClr val="tx2">
                    <a:alpha val="60000"/>
                  </a:schemeClr>
                </a:solidFill>
              </a:defRPr>
            </a:lvl1pPr>
          </a:lstStyle>
          <a:p>
            <a:r>
              <a:rPr lang="en-US"/>
              <a:t>3/1/20XX</a:t>
            </a:r>
          </a:p>
        </p:txBody>
      </p:sp>
      <p:sp>
        <p:nvSpPr>
          <p:cNvPr id="24" name="Picture Placeholder 23">
            <a:extLst>
              <a:ext uri="{FF2B5EF4-FFF2-40B4-BE49-F238E27FC236}">
                <a16:creationId xmlns:a16="http://schemas.microsoft.com/office/drawing/2014/main" id="{C8720583-BC84-48EB-85BC-AE71214A30A5}"/>
              </a:ext>
            </a:extLst>
          </p:cNvPr>
          <p:cNvSpPr>
            <a:spLocks noGrp="1"/>
          </p:cNvSpPr>
          <p:nvPr>
            <p:ph type="pic" sz="quarter" idx="13"/>
          </p:nvPr>
        </p:nvSpPr>
        <p:spPr>
          <a:xfrm>
            <a:off x="7589520" y="0"/>
            <a:ext cx="4599432" cy="2286000"/>
          </a:xfrm>
          <a:solidFill>
            <a:schemeClr val="accent6"/>
          </a:solidFill>
        </p:spPr>
        <p:txBody>
          <a:bodyPr/>
          <a:lstStyle/>
          <a:p>
            <a:r>
              <a:rPr lang="en-US"/>
              <a:t>Click icon to add picture</a:t>
            </a:r>
            <a:endParaRPr lang="en-US" dirty="0"/>
          </a:p>
        </p:txBody>
      </p:sp>
      <p:sp>
        <p:nvSpPr>
          <p:cNvPr id="25" name="Picture Placeholder 23">
            <a:extLst>
              <a:ext uri="{FF2B5EF4-FFF2-40B4-BE49-F238E27FC236}">
                <a16:creationId xmlns:a16="http://schemas.microsoft.com/office/drawing/2014/main" id="{C3F0A5CD-C47A-4CDF-BE99-75F3A81B18FB}"/>
              </a:ext>
            </a:extLst>
          </p:cNvPr>
          <p:cNvSpPr>
            <a:spLocks noGrp="1"/>
          </p:cNvSpPr>
          <p:nvPr>
            <p:ph type="pic" sz="quarter" idx="14"/>
          </p:nvPr>
        </p:nvSpPr>
        <p:spPr>
          <a:xfrm>
            <a:off x="7589520" y="2286000"/>
            <a:ext cx="4599432" cy="2286000"/>
          </a:xfrm>
          <a:solidFill>
            <a:schemeClr val="accent6"/>
          </a:solidFill>
        </p:spPr>
        <p:txBody>
          <a:bodyPr/>
          <a:lstStyle/>
          <a:p>
            <a:r>
              <a:rPr lang="en-US"/>
              <a:t>Click icon to add picture</a:t>
            </a:r>
            <a:endParaRPr lang="en-US" dirty="0"/>
          </a:p>
        </p:txBody>
      </p:sp>
      <p:sp>
        <p:nvSpPr>
          <p:cNvPr id="26" name="Picture Placeholder 23">
            <a:extLst>
              <a:ext uri="{FF2B5EF4-FFF2-40B4-BE49-F238E27FC236}">
                <a16:creationId xmlns:a16="http://schemas.microsoft.com/office/drawing/2014/main" id="{7329454B-9275-4E86-B32E-91C0DB62AA71}"/>
              </a:ext>
            </a:extLst>
          </p:cNvPr>
          <p:cNvSpPr>
            <a:spLocks noGrp="1"/>
          </p:cNvSpPr>
          <p:nvPr>
            <p:ph type="pic" sz="quarter" idx="15"/>
          </p:nvPr>
        </p:nvSpPr>
        <p:spPr>
          <a:xfrm>
            <a:off x="7589520" y="4572000"/>
            <a:ext cx="4599432" cy="2286000"/>
          </a:xfrm>
          <a:solidFill>
            <a:schemeClr val="accent6"/>
          </a:solidFill>
        </p:spPr>
        <p:txBody>
          <a:bodyPr/>
          <a:lstStyle/>
          <a:p>
            <a:r>
              <a:rPr lang="en-US"/>
              <a:t>Click icon to add picture</a:t>
            </a:r>
            <a:endParaRPr lang="en-US" dirty="0"/>
          </a:p>
        </p:txBody>
      </p:sp>
      <p:sp>
        <p:nvSpPr>
          <p:cNvPr id="30" name="Footer Placeholder 2">
            <a:extLst>
              <a:ext uri="{FF2B5EF4-FFF2-40B4-BE49-F238E27FC236}">
                <a16:creationId xmlns:a16="http://schemas.microsoft.com/office/drawing/2014/main" id="{21E9E1BF-D594-4F96-8DBE-5A8DD51D3B58}"/>
              </a:ext>
            </a:extLst>
          </p:cNvPr>
          <p:cNvSpPr>
            <a:spLocks noGrp="1"/>
          </p:cNvSpPr>
          <p:nvPr>
            <p:ph type="ftr" sz="quarter" idx="11"/>
          </p:nvPr>
        </p:nvSpPr>
        <p:spPr>
          <a:xfrm>
            <a:off x="4038600" y="6429375"/>
            <a:ext cx="4114800" cy="365125"/>
          </a:xfrm>
        </p:spPr>
        <p:txBody>
          <a:bodyPr/>
          <a:lstStyle>
            <a:lvl1pPr algn="l">
              <a:defRPr>
                <a:solidFill>
                  <a:schemeClr val="tx2">
                    <a:alpha val="60000"/>
                  </a:schemeClr>
                </a:solidFill>
              </a:defRPr>
            </a:lvl1pPr>
          </a:lstStyle>
          <a:p>
            <a:r>
              <a:rPr lang="en-US"/>
              <a:t>SAMPLE FOOTER TEXT</a:t>
            </a:r>
            <a:endParaRPr lang="en-US" dirty="0"/>
          </a:p>
        </p:txBody>
      </p:sp>
      <p:sp>
        <p:nvSpPr>
          <p:cNvPr id="31" name="Slide Number Placeholder 3">
            <a:extLst>
              <a:ext uri="{FF2B5EF4-FFF2-40B4-BE49-F238E27FC236}">
                <a16:creationId xmlns:a16="http://schemas.microsoft.com/office/drawing/2014/main" id="{C30FDEF8-F3F3-42D5-9EE1-EDDF18B35377}"/>
              </a:ext>
            </a:extLst>
          </p:cNvPr>
          <p:cNvSpPr>
            <a:spLocks noGrp="1"/>
          </p:cNvSpPr>
          <p:nvPr>
            <p:ph type="sldNum" sz="quarter" idx="12"/>
          </p:nvPr>
        </p:nvSpPr>
        <p:spPr>
          <a:xfrm>
            <a:off x="8610600" y="6429375"/>
            <a:ext cx="2743200" cy="365125"/>
          </a:xfrm>
        </p:spPr>
        <p:txBody>
          <a:bodyPr/>
          <a:lstStyle/>
          <a:p>
            <a:fld id="{28844951-7827-47D4-8276-7DDE1FA7D85A}" type="slidenum">
              <a:rPr lang="en-US" smtClean="0"/>
              <a:t>‹#›</a:t>
            </a:fld>
            <a:endParaRPr lang="en-US"/>
          </a:p>
        </p:txBody>
      </p:sp>
    </p:spTree>
    <p:extLst>
      <p:ext uri="{BB962C8B-B14F-4D97-AF65-F5344CB8AC3E}">
        <p14:creationId xmlns:p14="http://schemas.microsoft.com/office/powerpoint/2010/main" val="1779896133"/>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18" Type="http://schemas.openxmlformats.org/officeDocument/2006/relationships/slideLayout" Target="../slideLayouts/slideLayout18.xml"/><Relationship Id="rId3" Type="http://schemas.openxmlformats.org/officeDocument/2006/relationships/slideLayout" Target="../slideLayouts/slideLayout3.xml"/><Relationship Id="rId21" Type="http://schemas.openxmlformats.org/officeDocument/2006/relationships/theme" Target="../theme/theme1.xml"/><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slideLayout" Target="../slideLayouts/slideLayout17.xml"/><Relationship Id="rId2" Type="http://schemas.openxmlformats.org/officeDocument/2006/relationships/slideLayout" Target="../slideLayouts/slideLayout2.xml"/><Relationship Id="rId16" Type="http://schemas.openxmlformats.org/officeDocument/2006/relationships/slideLayout" Target="../slideLayouts/slideLayout16.xml"/><Relationship Id="rId20" Type="http://schemas.openxmlformats.org/officeDocument/2006/relationships/slideLayout" Target="../slideLayouts/slideLayout20.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slideLayout" Target="../slideLayouts/slideLayout15.xml"/><Relationship Id="rId23" Type="http://schemas.openxmlformats.org/officeDocument/2006/relationships/image" Target="../media/image4.png"/><Relationship Id="rId10" Type="http://schemas.openxmlformats.org/officeDocument/2006/relationships/slideLayout" Target="../slideLayouts/slideLayout10.xml"/><Relationship Id="rId19" Type="http://schemas.openxmlformats.org/officeDocument/2006/relationships/slideLayout" Target="../slideLayouts/slideLayout19.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 Id="rId22" Type="http://schemas.openxmlformats.org/officeDocument/2006/relationships/image" Target="../media/image3.png"/></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3">
        <a:schemeClr val="bg1"/>
      </p:bgRef>
    </p:bg>
    <p:spTree>
      <p:nvGrpSpPr>
        <p:cNvPr id="1" name=""/>
        <p:cNvGrpSpPr/>
        <p:nvPr/>
      </p:nvGrpSpPr>
      <p:grpSpPr>
        <a:xfrm>
          <a:off x="0" y="0"/>
          <a:ext cx="0" cy="0"/>
          <a:chOff x="0" y="0"/>
          <a:chExt cx="0" cy="0"/>
        </a:xfrm>
      </p:grpSpPr>
      <p:grpSp>
        <p:nvGrpSpPr>
          <p:cNvPr id="7" name="Group 6"/>
          <p:cNvGrpSpPr/>
          <p:nvPr/>
        </p:nvGrpSpPr>
        <p:grpSpPr>
          <a:xfrm>
            <a:off x="-15736" y="0"/>
            <a:ext cx="12229962" cy="6856214"/>
            <a:chOff x="-15736" y="0"/>
            <a:chExt cx="12229962" cy="6856214"/>
          </a:xfrm>
        </p:grpSpPr>
        <p:pic>
          <p:nvPicPr>
            <p:cNvPr id="8" name="Picture 7" descr="HD-PanelContent.png"/>
            <p:cNvPicPr>
              <a:picLocks noChangeAspect="1"/>
            </p:cNvPicPr>
            <p:nvPr/>
          </p:nvPicPr>
          <p:blipFill>
            <a:blip r:embed="rId22">
              <a:extLst>
                <a:ext uri="{28A0092B-C50C-407E-A947-70E740481C1C}">
                  <a14:useLocalDpi xmlns:a14="http://schemas.microsoft.com/office/drawing/2010/main" val="0"/>
                </a:ext>
              </a:extLst>
            </a:blip>
            <a:stretch>
              <a:fillRect/>
            </a:stretch>
          </p:blipFill>
          <p:spPr>
            <a:xfrm>
              <a:off x="0" y="0"/>
              <a:ext cx="12188825" cy="6856214"/>
            </a:xfrm>
            <a:prstGeom prst="rect">
              <a:avLst/>
            </a:prstGeom>
          </p:spPr>
        </p:pic>
        <p:sp>
          <p:nvSpPr>
            <p:cNvPr id="9" name="Rectangle 8"/>
            <p:cNvSpPr/>
            <p:nvPr/>
          </p:nvSpPr>
          <p:spPr>
            <a:xfrm>
              <a:off x="608012" y="609600"/>
              <a:ext cx="10972800" cy="5638800"/>
            </a:xfrm>
            <a:prstGeom prst="rect">
              <a:avLst/>
            </a:prstGeom>
            <a:noFill/>
            <a:ln w="15875" cap="flat">
              <a:miter lim="800000"/>
            </a:ln>
          </p:spPr>
          <p:style>
            <a:lnRef idx="1">
              <a:schemeClr val="accent1"/>
            </a:lnRef>
            <a:fillRef idx="3">
              <a:schemeClr val="accent1"/>
            </a:fillRef>
            <a:effectRef idx="2">
              <a:schemeClr val="accent1"/>
            </a:effectRef>
            <a:fontRef idx="minor">
              <a:schemeClr val="lt1"/>
            </a:fontRef>
          </p:style>
        </p:sp>
        <p:pic>
          <p:nvPicPr>
            <p:cNvPr id="10" name="Picture 9" descr="HDRibbonContent-UniformTrim.png"/>
            <p:cNvPicPr>
              <a:picLocks noChangeAspect="1"/>
            </p:cNvPicPr>
            <p:nvPr/>
          </p:nvPicPr>
          <p:blipFill rotWithShape="1">
            <a:blip r:embed="rId23">
              <a:extLst>
                <a:ext uri="{28A0092B-C50C-407E-A947-70E740481C1C}">
                  <a14:useLocalDpi xmlns:a14="http://schemas.microsoft.com/office/drawing/2010/main" val="0"/>
                </a:ext>
              </a:extLst>
            </a:blip>
            <a:srcRect/>
            <a:stretch/>
          </p:blipFill>
          <p:spPr>
            <a:xfrm>
              <a:off x="-15736" y="3153832"/>
              <a:ext cx="777240" cy="606425"/>
            </a:xfrm>
            <a:prstGeom prst="rect">
              <a:avLst/>
            </a:prstGeom>
          </p:spPr>
        </p:pic>
        <p:pic>
          <p:nvPicPr>
            <p:cNvPr id="11" name="Picture 10" descr="HDRibbonContent-UniformTrim.png"/>
            <p:cNvPicPr>
              <a:picLocks noChangeAspect="1"/>
            </p:cNvPicPr>
            <p:nvPr/>
          </p:nvPicPr>
          <p:blipFill rotWithShape="1">
            <a:blip r:embed="rId23">
              <a:extLst>
                <a:ext uri="{28A0092B-C50C-407E-A947-70E740481C1C}">
                  <a14:useLocalDpi xmlns:a14="http://schemas.microsoft.com/office/drawing/2010/main" val="0"/>
                </a:ext>
              </a:extLst>
            </a:blip>
            <a:srcRect/>
            <a:stretch/>
          </p:blipFill>
          <p:spPr>
            <a:xfrm>
              <a:off x="11436986" y="3153832"/>
              <a:ext cx="777240" cy="606425"/>
            </a:xfrm>
            <a:prstGeom prst="rect">
              <a:avLst/>
            </a:prstGeom>
          </p:spPr>
        </p:pic>
      </p:grpSp>
      <p:sp>
        <p:nvSpPr>
          <p:cNvPr id="2" name="Title Placeholder 1"/>
          <p:cNvSpPr>
            <a:spLocks noGrp="1"/>
          </p:cNvSpPr>
          <p:nvPr>
            <p:ph type="title"/>
          </p:nvPr>
        </p:nvSpPr>
        <p:spPr>
          <a:xfrm>
            <a:off x="1295402" y="982132"/>
            <a:ext cx="9601196" cy="1303867"/>
          </a:xfrm>
          <a:prstGeom prst="rect">
            <a:avLst/>
          </a:prstGeom>
          <a:effectLst/>
        </p:spPr>
        <p:txBody>
          <a:bodyPr vert="horz" lIns="91440" tIns="45720" rIns="91440" bIns="45720" rtlCol="0" anchor="ctr">
            <a:normAutofit/>
          </a:bodyPr>
          <a:lstStyle/>
          <a:p>
            <a:r>
              <a:rPr lang="en-US"/>
              <a:t>Click to edit Master title style</a:t>
            </a:r>
            <a:endParaRPr lang="en-US" dirty="0"/>
          </a:p>
        </p:txBody>
      </p:sp>
      <p:sp>
        <p:nvSpPr>
          <p:cNvPr id="3" name="Text Placeholder 2"/>
          <p:cNvSpPr>
            <a:spLocks noGrp="1"/>
          </p:cNvSpPr>
          <p:nvPr>
            <p:ph type="body" idx="1"/>
          </p:nvPr>
        </p:nvSpPr>
        <p:spPr>
          <a:xfrm>
            <a:off x="1295401" y="2556932"/>
            <a:ext cx="9601196" cy="3318936"/>
          </a:xfrm>
          <a:prstGeom prst="rect">
            <a:avLst/>
          </a:prstGeom>
        </p:spPr>
        <p:txBody>
          <a:bodyPr vert="horz" lIns="91440" tIns="45720" rIns="91440" bIns="45720" rtlCol="0" anchor="t">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2"/>
          </p:nvPr>
        </p:nvSpPr>
        <p:spPr>
          <a:xfrm>
            <a:off x="8677501" y="5969000"/>
            <a:ext cx="1600200" cy="279400"/>
          </a:xfrm>
          <a:prstGeom prst="rect">
            <a:avLst/>
          </a:prstGeom>
        </p:spPr>
        <p:txBody>
          <a:bodyPr vert="horz" lIns="91440" tIns="45720" rIns="91440" bIns="45720" rtlCol="0" anchor="ctr"/>
          <a:lstStyle>
            <a:lvl1pPr algn="r">
              <a:defRPr sz="1000" b="0" i="0">
                <a:solidFill>
                  <a:schemeClr val="tx1"/>
                </a:solidFill>
                <a:effectLst/>
                <a:latin typeface="+mn-lt"/>
              </a:defRPr>
            </a:lvl1pPr>
          </a:lstStyle>
          <a:p>
            <a:r>
              <a:rPr lang="en-US"/>
              <a:t>3/1/20XX</a:t>
            </a:r>
            <a:endParaRPr lang="en-US" dirty="0"/>
          </a:p>
        </p:txBody>
      </p:sp>
      <p:sp>
        <p:nvSpPr>
          <p:cNvPr id="5" name="Footer Placeholder 4"/>
          <p:cNvSpPr>
            <a:spLocks noGrp="1"/>
          </p:cNvSpPr>
          <p:nvPr>
            <p:ph type="ftr" sz="quarter" idx="3"/>
          </p:nvPr>
        </p:nvSpPr>
        <p:spPr>
          <a:xfrm>
            <a:off x="1295401" y="5969000"/>
            <a:ext cx="7305900" cy="279400"/>
          </a:xfrm>
          <a:prstGeom prst="rect">
            <a:avLst/>
          </a:prstGeom>
        </p:spPr>
        <p:txBody>
          <a:bodyPr vert="horz" lIns="91440" tIns="45720" rIns="91440" bIns="45720" rtlCol="0" anchor="ctr"/>
          <a:lstStyle>
            <a:lvl1pPr algn="l">
              <a:defRPr sz="1000" b="0" i="0">
                <a:solidFill>
                  <a:schemeClr val="tx1"/>
                </a:solidFill>
                <a:effectLst/>
                <a:latin typeface="+mn-lt"/>
              </a:defRPr>
            </a:lvl1pPr>
          </a:lstStyle>
          <a:p>
            <a:r>
              <a:rPr lang="en-US">
                <a:solidFill>
                  <a:srgbClr val="FFFFFF"/>
                </a:solidFill>
              </a:rPr>
              <a:t>SAMPLE FOOTER TEXT</a:t>
            </a:r>
          </a:p>
        </p:txBody>
      </p:sp>
      <p:sp>
        <p:nvSpPr>
          <p:cNvPr id="6" name="Slide Number Placeholder 5"/>
          <p:cNvSpPr>
            <a:spLocks noGrp="1"/>
          </p:cNvSpPr>
          <p:nvPr>
            <p:ph type="sldNum" sz="quarter" idx="4"/>
          </p:nvPr>
        </p:nvSpPr>
        <p:spPr>
          <a:xfrm>
            <a:off x="10353901" y="5969000"/>
            <a:ext cx="542697" cy="279400"/>
          </a:xfrm>
          <a:prstGeom prst="rect">
            <a:avLst/>
          </a:prstGeom>
        </p:spPr>
        <p:txBody>
          <a:bodyPr vert="horz" lIns="91440" tIns="45720" rIns="91440" bIns="45720" rtlCol="0" anchor="ctr"/>
          <a:lstStyle>
            <a:lvl1pPr algn="r">
              <a:defRPr sz="1000" b="0" i="0">
                <a:solidFill>
                  <a:schemeClr val="tx1"/>
                </a:solidFill>
                <a:effectLst/>
                <a:latin typeface="+mn-lt"/>
              </a:defRPr>
            </a:lvl1pPr>
          </a:lstStyle>
          <a:p>
            <a:fld id="{28844951-7827-47D4-8276-7DDE1FA7D85A}" type="slidenum">
              <a:rPr lang="en-US" smtClean="0"/>
              <a:pPr/>
              <a:t>‹#›</a:t>
            </a:fld>
            <a:endParaRPr lang="en-US"/>
          </a:p>
        </p:txBody>
      </p:sp>
    </p:spTree>
    <p:extLst>
      <p:ext uri="{BB962C8B-B14F-4D97-AF65-F5344CB8AC3E}">
        <p14:creationId xmlns:p14="http://schemas.microsoft.com/office/powerpoint/2010/main" val="2418023193"/>
      </p:ext>
    </p:extLst>
  </p:cSld>
  <p:clrMap bg1="lt1" tx1="dk1" bg2="lt2" tx2="dk2" accent1="accent1" accent2="accent2" accent3="accent3" accent4="accent4" accent5="accent5" accent6="accent6" hlink="hlink" folHlink="folHlink"/>
  <p:sldLayoutIdLst>
    <p:sldLayoutId id="2147483917" r:id="rId1"/>
    <p:sldLayoutId id="2147483918" r:id="rId2"/>
    <p:sldLayoutId id="2147483919" r:id="rId3"/>
    <p:sldLayoutId id="2147483920" r:id="rId4"/>
    <p:sldLayoutId id="2147483921" r:id="rId5"/>
    <p:sldLayoutId id="2147483922" r:id="rId6"/>
    <p:sldLayoutId id="2147483923" r:id="rId7"/>
    <p:sldLayoutId id="2147483924" r:id="rId8"/>
    <p:sldLayoutId id="2147483925" r:id="rId9"/>
    <p:sldLayoutId id="2147483926" r:id="rId10"/>
    <p:sldLayoutId id="2147483927" r:id="rId11"/>
    <p:sldLayoutId id="2147483928" r:id="rId12"/>
    <p:sldLayoutId id="2147483929" r:id="rId13"/>
    <p:sldLayoutId id="2147483930" r:id="rId14"/>
    <p:sldLayoutId id="2147483931" r:id="rId15"/>
    <p:sldLayoutId id="2147483932" r:id="rId16"/>
    <p:sldLayoutId id="2147483933" r:id="rId17"/>
    <p:sldLayoutId id="2147483934" r:id="rId18"/>
    <p:sldLayoutId id="2147483935" r:id="rId19"/>
    <p:sldLayoutId id="2147483936" r:id="rId20"/>
  </p:sldLayoutIdLst>
  <p:hf hdr="0"/>
  <p:txStyles>
    <p:titleStyle>
      <a:lvl1pPr algn="ctr" defTabSz="457200" rtl="0" eaLnBrk="1" latinLnBrk="0" hangingPunct="1">
        <a:spcBef>
          <a:spcPct val="0"/>
        </a:spcBef>
        <a:buNone/>
        <a:defRPr sz="4400" kern="1200" cap="none">
          <a:ln w="3175" cmpd="sng">
            <a:noFill/>
          </a:ln>
          <a:solidFill>
            <a:schemeClr val="tx1">
              <a:lumMod val="85000"/>
              <a:lumOff val="15000"/>
            </a:schemeClr>
          </a:solidFill>
          <a:effectLst/>
          <a:latin typeface="+mj-lt"/>
          <a:ea typeface="+mj-ea"/>
          <a:cs typeface="+mj-cs"/>
        </a:defRPr>
      </a:lvl1pPr>
      <a:lvl2pPr eaLnBrk="1" hangingPunct="1">
        <a:defRPr>
          <a:solidFill>
            <a:schemeClr val="tx2"/>
          </a:solidFill>
        </a:defRPr>
      </a:lvl2pPr>
      <a:lvl3pPr eaLnBrk="1" hangingPunct="1">
        <a:defRPr>
          <a:solidFill>
            <a:schemeClr val="tx2"/>
          </a:solidFill>
        </a:defRPr>
      </a:lvl3pPr>
      <a:lvl4pPr eaLnBrk="1" hangingPunct="1">
        <a:defRPr>
          <a:solidFill>
            <a:schemeClr val="tx2"/>
          </a:solidFill>
        </a:defRPr>
      </a:lvl4pPr>
      <a:lvl5pPr eaLnBrk="1" hangingPunct="1">
        <a:defRPr>
          <a:solidFill>
            <a:schemeClr val="tx2"/>
          </a:solidFill>
        </a:defRPr>
      </a:lvl5pPr>
      <a:lvl6pPr eaLnBrk="1" hangingPunct="1">
        <a:defRPr>
          <a:solidFill>
            <a:schemeClr val="tx2"/>
          </a:solidFill>
        </a:defRPr>
      </a:lvl6pPr>
      <a:lvl7pPr eaLnBrk="1" hangingPunct="1">
        <a:defRPr>
          <a:solidFill>
            <a:schemeClr val="tx2"/>
          </a:solidFill>
        </a:defRPr>
      </a:lvl7pPr>
      <a:lvl8pPr eaLnBrk="1" hangingPunct="1">
        <a:defRPr>
          <a:solidFill>
            <a:schemeClr val="tx2"/>
          </a:solidFill>
        </a:defRPr>
      </a:lvl8pPr>
      <a:lvl9pPr eaLnBrk="1" hangingPunct="1">
        <a:defRPr>
          <a:solidFill>
            <a:schemeClr val="tx2"/>
          </a:solidFill>
        </a:defRPr>
      </a:lvl9pPr>
    </p:titleStyle>
    <p:bodyStyle>
      <a:lvl1pPr marL="285750" indent="-285750" algn="l" defTabSz="457200" rtl="0" eaLnBrk="1" latinLnBrk="0" hangingPunct="1">
        <a:spcBef>
          <a:spcPct val="20000"/>
        </a:spcBef>
        <a:spcAft>
          <a:spcPts val="600"/>
        </a:spcAft>
        <a:buClr>
          <a:schemeClr val="accent1"/>
        </a:buClr>
        <a:buSzPct val="115000"/>
        <a:buFont typeface="Arial"/>
        <a:buChar char="•"/>
        <a:defRPr sz="2400" kern="1200" cap="none">
          <a:solidFill>
            <a:schemeClr val="tx1">
              <a:lumMod val="85000"/>
              <a:lumOff val="15000"/>
            </a:schemeClr>
          </a:solidFill>
          <a:effectLst/>
          <a:latin typeface="+mn-lt"/>
          <a:ea typeface="+mn-ea"/>
          <a:cs typeface="+mn-cs"/>
        </a:defRPr>
      </a:lvl1pPr>
      <a:lvl2pPr marL="742950" indent="-285750" algn="l" defTabSz="457200" rtl="0" eaLnBrk="1" latinLnBrk="0" hangingPunct="1">
        <a:spcBef>
          <a:spcPct val="20000"/>
        </a:spcBef>
        <a:spcAft>
          <a:spcPts val="600"/>
        </a:spcAft>
        <a:buClr>
          <a:schemeClr val="accent1"/>
        </a:buClr>
        <a:buSzPct val="115000"/>
        <a:buFont typeface="Arial"/>
        <a:buChar char="•"/>
        <a:defRPr sz="2000" kern="1200" cap="none">
          <a:solidFill>
            <a:schemeClr val="tx1">
              <a:lumMod val="85000"/>
              <a:lumOff val="15000"/>
            </a:schemeClr>
          </a:solidFill>
          <a:effectLst/>
          <a:latin typeface="+mn-lt"/>
          <a:ea typeface="+mn-ea"/>
          <a:cs typeface="+mn-cs"/>
        </a:defRPr>
      </a:lvl2pPr>
      <a:lvl3pPr marL="1200150" indent="-285750" algn="l" defTabSz="457200" rtl="0" eaLnBrk="1" latinLnBrk="0" hangingPunct="1">
        <a:spcBef>
          <a:spcPct val="20000"/>
        </a:spcBef>
        <a:spcAft>
          <a:spcPts val="600"/>
        </a:spcAft>
        <a:buClr>
          <a:schemeClr val="accent1"/>
        </a:buClr>
        <a:buSzPct val="115000"/>
        <a:buFont typeface="Arial"/>
        <a:buChar char="•"/>
        <a:defRPr sz="1800" kern="1200" cap="none">
          <a:solidFill>
            <a:schemeClr val="tx1">
              <a:lumMod val="85000"/>
              <a:lumOff val="15000"/>
            </a:schemeClr>
          </a:solidFill>
          <a:effectLst/>
          <a:latin typeface="+mn-lt"/>
          <a:ea typeface="+mn-ea"/>
          <a:cs typeface="+mn-cs"/>
        </a:defRPr>
      </a:lvl3pPr>
      <a:lvl4pPr marL="1543050" indent="-171450" algn="l" defTabSz="457200" rtl="0" eaLnBrk="1" latinLnBrk="0" hangingPunct="1">
        <a:spcBef>
          <a:spcPct val="20000"/>
        </a:spcBef>
        <a:spcAft>
          <a:spcPts val="600"/>
        </a:spcAft>
        <a:buClr>
          <a:schemeClr val="accent1"/>
        </a:buClr>
        <a:buSzPct val="115000"/>
        <a:buFont typeface="Arial"/>
        <a:buChar char="•"/>
        <a:defRPr sz="1600" kern="1200" cap="none">
          <a:solidFill>
            <a:schemeClr val="tx1">
              <a:lumMod val="85000"/>
              <a:lumOff val="15000"/>
            </a:schemeClr>
          </a:solidFill>
          <a:effectLst/>
          <a:latin typeface="+mn-lt"/>
          <a:ea typeface="+mn-ea"/>
          <a:cs typeface="+mn-cs"/>
        </a:defRPr>
      </a:lvl4pPr>
      <a:lvl5pPr marL="2000250" indent="-171450" algn="l" defTabSz="457200" rtl="0" eaLnBrk="1" latinLnBrk="0" hangingPunct="1">
        <a:spcBef>
          <a:spcPct val="20000"/>
        </a:spcBef>
        <a:spcAft>
          <a:spcPts val="600"/>
        </a:spcAft>
        <a:buClr>
          <a:schemeClr val="accent1"/>
        </a:buClr>
        <a:buSzPct val="115000"/>
        <a:buFont typeface="Arial"/>
        <a:buChar char="•"/>
        <a:defRPr sz="1400" kern="1200" cap="none">
          <a:solidFill>
            <a:schemeClr val="tx1">
              <a:lumMod val="85000"/>
              <a:lumOff val="15000"/>
            </a:schemeClr>
          </a:solidFill>
          <a:effectLst/>
          <a:latin typeface="+mn-lt"/>
          <a:ea typeface="+mn-ea"/>
          <a:cs typeface="+mn-cs"/>
        </a:defRPr>
      </a:lvl5pPr>
      <a:lvl6pPr marL="2514600" indent="-228600" algn="l" defTabSz="457200" rtl="0" eaLnBrk="1" latinLnBrk="0" hangingPunct="1">
        <a:spcBef>
          <a:spcPct val="20000"/>
        </a:spcBef>
        <a:spcAft>
          <a:spcPts val="600"/>
        </a:spcAft>
        <a:buClr>
          <a:schemeClr val="accent1"/>
        </a:buClr>
        <a:buSzPct val="115000"/>
        <a:buFont typeface="Arial"/>
        <a:buChar char="•"/>
        <a:defRPr sz="1400" kern="1200" cap="none">
          <a:solidFill>
            <a:schemeClr val="tx1">
              <a:lumMod val="85000"/>
              <a:lumOff val="15000"/>
            </a:schemeClr>
          </a:solidFill>
          <a:effectLst/>
          <a:latin typeface="+mn-lt"/>
          <a:ea typeface="+mn-ea"/>
          <a:cs typeface="+mn-cs"/>
        </a:defRPr>
      </a:lvl6pPr>
      <a:lvl7pPr marL="2971800" indent="-228600" algn="l" defTabSz="457200" rtl="0" eaLnBrk="1" latinLnBrk="0" hangingPunct="1">
        <a:spcBef>
          <a:spcPct val="20000"/>
        </a:spcBef>
        <a:spcAft>
          <a:spcPts val="600"/>
        </a:spcAft>
        <a:buClr>
          <a:schemeClr val="accent1"/>
        </a:buClr>
        <a:buSzPct val="115000"/>
        <a:buFont typeface="Arial"/>
        <a:buChar char="•"/>
        <a:defRPr sz="1400" kern="1200" cap="none">
          <a:solidFill>
            <a:schemeClr val="tx1">
              <a:lumMod val="85000"/>
              <a:lumOff val="15000"/>
            </a:schemeClr>
          </a:solidFill>
          <a:effectLst/>
          <a:latin typeface="+mn-lt"/>
          <a:ea typeface="+mn-ea"/>
          <a:cs typeface="+mn-cs"/>
        </a:defRPr>
      </a:lvl7pPr>
      <a:lvl8pPr marL="3429000" indent="-228600" algn="l" defTabSz="457200" rtl="0" eaLnBrk="1" latinLnBrk="0" hangingPunct="1">
        <a:spcBef>
          <a:spcPct val="20000"/>
        </a:spcBef>
        <a:spcAft>
          <a:spcPts val="600"/>
        </a:spcAft>
        <a:buClr>
          <a:schemeClr val="accent1"/>
        </a:buClr>
        <a:buSzPct val="115000"/>
        <a:buFont typeface="Arial"/>
        <a:buChar char="•"/>
        <a:defRPr sz="1400" kern="1200" cap="none">
          <a:solidFill>
            <a:schemeClr val="tx1">
              <a:lumMod val="85000"/>
              <a:lumOff val="15000"/>
            </a:schemeClr>
          </a:solidFill>
          <a:effectLst/>
          <a:latin typeface="+mn-lt"/>
          <a:ea typeface="+mn-ea"/>
          <a:cs typeface="+mn-cs"/>
        </a:defRPr>
      </a:lvl8pPr>
      <a:lvl9pPr marL="3886200" indent="-228600" algn="l" defTabSz="457200" rtl="0" eaLnBrk="1" latinLnBrk="0" hangingPunct="1">
        <a:spcBef>
          <a:spcPct val="20000"/>
        </a:spcBef>
        <a:spcAft>
          <a:spcPts val="600"/>
        </a:spcAft>
        <a:buClr>
          <a:schemeClr val="accent1"/>
        </a:buClr>
        <a:buSzPct val="115000"/>
        <a:buFont typeface="Arial"/>
        <a:buChar char="•"/>
        <a:defRPr sz="1400" kern="1200" cap="none">
          <a:solidFill>
            <a:schemeClr val="tx1">
              <a:lumMod val="85000"/>
              <a:lumOff val="15000"/>
            </a:schemeClr>
          </a:solidFill>
          <a:effectLst/>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8.xml"/></Relationships>
</file>

<file path=ppt/slides/_rels/slide2.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image" Target="../media/image8.png"/><Relationship Id="rId1" Type="http://schemas.openxmlformats.org/officeDocument/2006/relationships/slideLayout" Target="../slideLayouts/slideLayout19.xml"/><Relationship Id="rId5" Type="http://schemas.openxmlformats.org/officeDocument/2006/relationships/image" Target="../media/image11.png"/><Relationship Id="rId4" Type="http://schemas.openxmlformats.org/officeDocument/2006/relationships/image" Target="../media/image10.png"/></Relationships>
</file>

<file path=ppt/slides/_rels/slide3.xml.rels><?xml version="1.0" encoding="UTF-8" standalone="yes"?>
<Relationships xmlns="http://schemas.openxmlformats.org/package/2006/relationships"><Relationship Id="rId2" Type="http://schemas.openxmlformats.org/officeDocument/2006/relationships/image" Target="../media/image12.png"/><Relationship Id="rId1" Type="http://schemas.openxmlformats.org/officeDocument/2006/relationships/slideLayout" Target="../slideLayouts/slideLayout20.xml"/></Relationships>
</file>

<file path=ppt/slides/_rels/slide4.xml.rels><?xml version="1.0" encoding="UTF-8" standalone="yes"?>
<Relationships xmlns="http://schemas.openxmlformats.org/package/2006/relationships"><Relationship Id="rId2" Type="http://schemas.openxmlformats.org/officeDocument/2006/relationships/image" Target="../media/image13.png"/><Relationship Id="rId1" Type="http://schemas.openxmlformats.org/officeDocument/2006/relationships/slideLayout" Target="../slideLayouts/slideLayout20.xml"/></Relationships>
</file>

<file path=ppt/slides/_rels/slide5.xml.rels><?xml version="1.0" encoding="UTF-8" standalone="yes"?>
<Relationships xmlns="http://schemas.openxmlformats.org/package/2006/relationships"><Relationship Id="rId2" Type="http://schemas.openxmlformats.org/officeDocument/2006/relationships/image" Target="../media/image14.png"/><Relationship Id="rId1" Type="http://schemas.openxmlformats.org/officeDocument/2006/relationships/slideLayout" Target="../slideLayouts/slideLayout20.xml"/></Relationships>
</file>

<file path=ppt/slides/_rels/slide6.xml.rels><?xml version="1.0" encoding="UTF-8" standalone="yes"?>
<Relationships xmlns="http://schemas.openxmlformats.org/package/2006/relationships"><Relationship Id="rId2" Type="http://schemas.openxmlformats.org/officeDocument/2006/relationships/image" Target="../media/image15.png"/><Relationship Id="rId1" Type="http://schemas.openxmlformats.org/officeDocument/2006/relationships/slideLayout" Target="../slideLayouts/slideLayout20.xml"/></Relationships>
</file>

<file path=ppt/slides/_rels/slide7.xml.rels><?xml version="1.0" encoding="UTF-8" standalone="yes"?>
<Relationships xmlns="http://schemas.openxmlformats.org/package/2006/relationships"><Relationship Id="rId3" Type="http://schemas.openxmlformats.org/officeDocument/2006/relationships/image" Target="../media/image16.png"/><Relationship Id="rId2" Type="http://schemas.openxmlformats.org/officeDocument/2006/relationships/notesSlide" Target="../notesSlides/notesSlide1.xml"/><Relationship Id="rId1" Type="http://schemas.openxmlformats.org/officeDocument/2006/relationships/slideLayout" Target="../slideLayouts/slideLayout20.xml"/></Relationships>
</file>

<file path=ppt/slides/_rels/slide8.xml.rels><?xml version="1.0" encoding="UTF-8" standalone="yes"?>
<Relationships xmlns="http://schemas.openxmlformats.org/package/2006/relationships"><Relationship Id="rId2" Type="http://schemas.openxmlformats.org/officeDocument/2006/relationships/image" Target="../media/image17.png"/><Relationship Id="rId1" Type="http://schemas.openxmlformats.org/officeDocument/2006/relationships/slideLayout" Target="../slideLayouts/slideLayout20.xml"/></Relationships>
</file>

<file path=ppt/slides/_rels/slide9.xml.rels><?xml version="1.0" encoding="UTF-8" standalone="yes"?>
<Relationships xmlns="http://schemas.openxmlformats.org/package/2006/relationships"><Relationship Id="rId2" Type="http://schemas.openxmlformats.org/officeDocument/2006/relationships/image" Target="../media/image18.png"/><Relationship Id="rId1" Type="http://schemas.openxmlformats.org/officeDocument/2006/relationships/slideLayout" Target="../slideLayouts/slideLayout20.xml"/></Relationships>
</file>

<file path=ppt/slides/_rels/slide10.xml.rels><?xml version="1.0" encoding="UTF-8" standalone="yes"?>
<Relationships xmlns="http://schemas.openxmlformats.org/package/2006/relationships"><Relationship Id="rId2" Type="http://schemas.openxmlformats.org/officeDocument/2006/relationships/image" Target="../media/image19.png"/><Relationship Id="rId1" Type="http://schemas.openxmlformats.org/officeDocument/2006/relationships/slideLayout" Target="../slideLayouts/slideLayout20.xml"/></Relationships>
</file>

<file path=ppt/slides/_rels/slide11.xml.rels><?xml version="1.0" encoding="UTF-8" standalone="yes"?>
<Relationships xmlns="http://schemas.openxmlformats.org/package/2006/relationships"><Relationship Id="rId2" Type="http://schemas.openxmlformats.org/officeDocument/2006/relationships/image" Target="../media/image20.png"/><Relationship Id="rId1" Type="http://schemas.openxmlformats.org/officeDocument/2006/relationships/slideLayout" Target="../slideLayouts/slideLayout20.xml"/></Relationships>
</file>

<file path=ppt/slides/_rels/slide12.xml.rels><?xml version="1.0" encoding="UTF-8" standalone="yes"?>
<Relationships xmlns="http://schemas.openxmlformats.org/package/2006/relationships"><Relationship Id="rId2" Type="http://schemas.openxmlformats.org/officeDocument/2006/relationships/image" Target="../media/image21.png"/><Relationship Id="rId1" Type="http://schemas.openxmlformats.org/officeDocument/2006/relationships/slideLayout" Target="../slideLayouts/slideLayout20.xml"/></Relationships>
</file>

<file path=ppt/slides/_rels/slide13.xml.rels><?xml version="1.0" encoding="UTF-8" standalone="yes"?>
<Relationships xmlns="http://schemas.openxmlformats.org/package/2006/relationships"><Relationship Id="rId3" Type="http://schemas.openxmlformats.org/officeDocument/2006/relationships/diagramLayout" Target="../diagrams/layout1.xml"/><Relationship Id="rId2" Type="http://schemas.openxmlformats.org/officeDocument/2006/relationships/diagramData" Target="../diagrams/data1.xml"/><Relationship Id="rId1" Type="http://schemas.openxmlformats.org/officeDocument/2006/relationships/slideLayout" Target="../slideLayouts/slideLayout20.xml"/><Relationship Id="rId6" Type="http://schemas.microsoft.com/office/2007/relationships/diagramDrawing" Target="../diagrams/drawing1.xml"/><Relationship Id="rId5" Type="http://schemas.openxmlformats.org/officeDocument/2006/relationships/diagramColors" Target="../diagrams/colors1.xml"/><Relationship Id="rId4" Type="http://schemas.openxmlformats.org/officeDocument/2006/relationships/diagramQuickStyle" Target="../diagrams/quickStyle1.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a:extLst>
              <a:ext uri="{FF2B5EF4-FFF2-40B4-BE49-F238E27FC236}">
                <a16:creationId xmlns:a16="http://schemas.microsoft.com/office/drawing/2014/main" id="{2E9A7C78-91FD-4B88-953D-5A4363761BD1}"/>
              </a:ext>
            </a:extLst>
          </p:cNvPr>
          <p:cNvSpPr>
            <a:spLocks noGrp="1"/>
          </p:cNvSpPr>
          <p:nvPr>
            <p:ph type="ctrTitle"/>
          </p:nvPr>
        </p:nvSpPr>
        <p:spPr>
          <a:xfrm>
            <a:off x="1622300" y="1212850"/>
            <a:ext cx="9144000" cy="2387600"/>
          </a:xfrm>
          <a:gradFill flip="none" rotWithShape="1">
            <a:gsLst>
              <a:gs pos="0">
                <a:schemeClr val="accent6">
                  <a:lumMod val="0"/>
                  <a:lumOff val="100000"/>
                </a:schemeClr>
              </a:gs>
              <a:gs pos="35000">
                <a:schemeClr val="accent6">
                  <a:lumMod val="0"/>
                  <a:lumOff val="100000"/>
                </a:schemeClr>
              </a:gs>
              <a:gs pos="100000">
                <a:schemeClr val="accent6">
                  <a:lumMod val="100000"/>
                </a:schemeClr>
              </a:gs>
            </a:gsLst>
            <a:path path="circle">
              <a:fillToRect l="50000" t="-80000" r="50000" b="180000"/>
            </a:path>
            <a:tileRect/>
          </a:gradFill>
          <a:ln w="76200">
            <a:solidFill>
              <a:schemeClr val="accent6">
                <a:lumMod val="50000"/>
              </a:schemeClr>
            </a:solidFill>
          </a:ln>
          <a:effectLst/>
        </p:spPr>
        <p:txBody>
          <a:bodyPr vert="horz" lIns="91440" tIns="45720" rIns="91440" bIns="45720" rtlCol="0" anchor="b" anchorCtr="0">
            <a:normAutofit/>
          </a:bodyPr>
          <a:lstStyle/>
          <a:p>
            <a:r>
              <a:rPr lang="en-US" sz="6600" b="1" dirty="0">
                <a:solidFill>
                  <a:schemeClr val="accent6">
                    <a:lumMod val="50000"/>
                  </a:schemeClr>
                </a:solidFill>
              </a:rPr>
              <a:t>E-Commerce Analysis </a:t>
            </a:r>
            <a:br>
              <a:rPr lang="en-US" sz="6600" b="1" dirty="0">
                <a:solidFill>
                  <a:schemeClr val="accent6">
                    <a:lumMod val="50000"/>
                  </a:schemeClr>
                </a:solidFill>
              </a:rPr>
            </a:br>
            <a:r>
              <a:rPr lang="en-US" sz="6600" b="1" dirty="0">
                <a:solidFill>
                  <a:schemeClr val="accent6">
                    <a:lumMod val="50000"/>
                  </a:schemeClr>
                </a:solidFill>
              </a:rPr>
              <a:t>(Using SQL)</a:t>
            </a:r>
          </a:p>
        </p:txBody>
      </p:sp>
      <p:sp>
        <p:nvSpPr>
          <p:cNvPr id="5" name="Subtitle 4">
            <a:extLst>
              <a:ext uri="{FF2B5EF4-FFF2-40B4-BE49-F238E27FC236}">
                <a16:creationId xmlns:a16="http://schemas.microsoft.com/office/drawing/2014/main" id="{AD04BED3-CF2E-4CAD-8CE8-ED3ED12AEBD6}"/>
              </a:ext>
            </a:extLst>
          </p:cNvPr>
          <p:cNvSpPr>
            <a:spLocks noGrp="1"/>
          </p:cNvSpPr>
          <p:nvPr>
            <p:ph type="body" sz="quarter" idx="15"/>
          </p:nvPr>
        </p:nvSpPr>
        <p:spPr>
          <a:xfrm>
            <a:off x="1622300" y="3733800"/>
            <a:ext cx="9144000" cy="571500"/>
          </a:xfrm>
          <a:gradFill flip="none" rotWithShape="1">
            <a:gsLst>
              <a:gs pos="0">
                <a:schemeClr val="accent6">
                  <a:lumMod val="0"/>
                  <a:lumOff val="100000"/>
                </a:schemeClr>
              </a:gs>
              <a:gs pos="35000">
                <a:schemeClr val="accent6">
                  <a:lumMod val="0"/>
                  <a:lumOff val="100000"/>
                </a:schemeClr>
              </a:gs>
              <a:gs pos="100000">
                <a:schemeClr val="accent6">
                  <a:lumMod val="100000"/>
                </a:schemeClr>
              </a:gs>
            </a:gsLst>
            <a:path path="circle">
              <a:fillToRect l="50000" t="-80000" r="50000" b="180000"/>
            </a:path>
            <a:tileRect/>
          </a:gradFill>
          <a:ln w="76200">
            <a:solidFill>
              <a:schemeClr val="accent6">
                <a:lumMod val="50000"/>
              </a:schemeClr>
            </a:solidFill>
          </a:ln>
        </p:spPr>
        <p:txBody>
          <a:bodyPr vert="horz" lIns="91440" tIns="45720" rIns="91440" bIns="45720" rtlCol="0" anchor="t">
            <a:normAutofit lnSpcReduction="10000"/>
          </a:bodyPr>
          <a:lstStyle/>
          <a:p>
            <a:r>
              <a:rPr lang="en-US" sz="3200" dirty="0">
                <a:solidFill>
                  <a:schemeClr val="accent6">
                    <a:lumMod val="50000"/>
                  </a:schemeClr>
                </a:solidFill>
                <a:latin typeface="Aptos Narrow" panose="020B0004020202020204" pitchFamily="34" charset="0"/>
              </a:rPr>
              <a:t>-Arshiya Khatoon</a:t>
            </a:r>
          </a:p>
        </p:txBody>
      </p:sp>
    </p:spTree>
    <p:extLst>
      <p:ext uri="{BB962C8B-B14F-4D97-AF65-F5344CB8AC3E}">
        <p14:creationId xmlns:p14="http://schemas.microsoft.com/office/powerpoint/2010/main" val="703580386"/>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9" name="Rectangle 1">
            <a:extLst>
              <a:ext uri="{FF2B5EF4-FFF2-40B4-BE49-F238E27FC236}">
                <a16:creationId xmlns:a16="http://schemas.microsoft.com/office/drawing/2014/main" id="{BBF1F4CE-37C3-BD88-CCDB-E7D249FC0861}"/>
              </a:ext>
            </a:extLst>
          </p:cNvPr>
          <p:cNvSpPr>
            <a:spLocks noGrp="1" noChangeArrowheads="1"/>
          </p:cNvSpPr>
          <p:nvPr>
            <p:ph type="title"/>
          </p:nvPr>
        </p:nvSpPr>
        <p:spPr bwMode="auto">
          <a:xfrm>
            <a:off x="623673" y="609600"/>
            <a:ext cx="5688000" cy="2592000"/>
          </a:xfrm>
          <a:prstGeom prst="rect">
            <a:avLst/>
          </a:prstGeom>
          <a:noFill/>
          <a:ln w="76200">
            <a:solidFill>
              <a:schemeClr val="accent6">
                <a:lumMod val="50000"/>
              </a:schemeClr>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t" anchorCtr="0" compatLnSpc="1">
            <a:prstTxWarp prst="textNoShape">
              <a:avLst/>
            </a:prstTxWarp>
            <a:spAutoFit/>
          </a:bodyPr>
          <a:lstStyle/>
          <a:p>
            <a:pPr lvl="0" algn="l" eaLnBrk="0" fontAlgn="base" hangingPunct="0">
              <a:lnSpc>
                <a:spcPct val="100000"/>
              </a:lnSpc>
              <a:spcAft>
                <a:spcPct val="0"/>
              </a:spcAft>
            </a:pPr>
            <a:r>
              <a:rPr lang="en-US" sz="1800" dirty="0">
                <a:ln w="0"/>
                <a:solidFill>
                  <a:schemeClr val="tx1"/>
                </a:solidFill>
                <a:effectLst>
                  <a:outerShdw blurRad="38100" dist="19050" dir="2700000" algn="tl" rotWithShape="0">
                    <a:schemeClr val="dk1">
                      <a:alpha val="40000"/>
                    </a:schemeClr>
                  </a:outerShdw>
                </a:effectLst>
                <a:latin typeface="Aptos Narrow" panose="020B0004020202020204" pitchFamily="34" charset="0"/>
                <a:cs typeface="Arial" panose="020B0604020202020204" pitchFamily="34" charset="0"/>
              </a:rPr>
              <a:t>In this project, I worked with an E-commerce company’s transactional data to analyze meaningful business insights using SQL.</a:t>
            </a:r>
            <a:br>
              <a:rPr lang="en-US" sz="1800" dirty="0">
                <a:ln w="0"/>
                <a:solidFill>
                  <a:schemeClr val="tx1"/>
                </a:solidFill>
                <a:effectLst>
                  <a:outerShdw blurRad="38100" dist="19050" dir="2700000" algn="tl" rotWithShape="0">
                    <a:schemeClr val="dk1">
                      <a:alpha val="40000"/>
                    </a:schemeClr>
                  </a:outerShdw>
                </a:effectLst>
                <a:latin typeface="Aptos Narrow" panose="020B0004020202020204" pitchFamily="34" charset="0"/>
                <a:cs typeface="Arial" panose="020B0604020202020204" pitchFamily="34" charset="0"/>
              </a:rPr>
            </a:br>
            <a:br>
              <a:rPr lang="en-US" sz="1800" dirty="0">
                <a:ln w="0"/>
                <a:solidFill>
                  <a:schemeClr val="tx1"/>
                </a:solidFill>
                <a:effectLst>
                  <a:outerShdw blurRad="38100" dist="19050" dir="2700000" algn="tl" rotWithShape="0">
                    <a:schemeClr val="dk1">
                      <a:alpha val="40000"/>
                    </a:schemeClr>
                  </a:outerShdw>
                </a:effectLst>
                <a:latin typeface="Aptos Narrow" panose="020B0004020202020204" pitchFamily="34" charset="0"/>
                <a:cs typeface="Arial" panose="020B0604020202020204" pitchFamily="34" charset="0"/>
              </a:rPr>
            </a:br>
            <a:r>
              <a:rPr lang="en-US" sz="1800" dirty="0">
                <a:ln w="0"/>
                <a:solidFill>
                  <a:schemeClr val="tx1"/>
                </a:solidFill>
                <a:effectLst>
                  <a:outerShdw blurRad="38100" dist="19050" dir="2700000" algn="tl" rotWithShape="0">
                    <a:schemeClr val="dk1">
                      <a:alpha val="40000"/>
                    </a:schemeClr>
                  </a:outerShdw>
                </a:effectLst>
                <a:latin typeface="Aptos Narrow" panose="020B0004020202020204" pitchFamily="34" charset="0"/>
                <a:cs typeface="Arial" panose="020B0604020202020204" pitchFamily="34" charset="0"/>
              </a:rPr>
              <a:t> By analyzing customers, products, and orders, I explored buying behavior, product performance, and sales trends through joins, aggregations, and date-based analysis.</a:t>
            </a:r>
            <a:endParaRPr kumimoji="0" lang="en-US" altLang="en-US" sz="1800" i="0" u="none" strike="noStrike" normalizeH="0" baseline="0" dirty="0">
              <a:ln w="0"/>
              <a:solidFill>
                <a:schemeClr val="tx1"/>
              </a:solidFill>
              <a:effectLst>
                <a:outerShdw blurRad="38100" dist="19050" dir="2700000" algn="tl" rotWithShape="0">
                  <a:schemeClr val="dk1">
                    <a:alpha val="40000"/>
                  </a:schemeClr>
                </a:outerShdw>
              </a:effectLst>
              <a:latin typeface="Aptos Narrow" panose="020B0004020202020204" pitchFamily="34" charset="0"/>
              <a:cs typeface="Arial" panose="020B0604020202020204" pitchFamily="34" charset="0"/>
            </a:endParaRPr>
          </a:p>
        </p:txBody>
      </p:sp>
      <p:sp>
        <p:nvSpPr>
          <p:cNvPr id="3" name="Content Placeholder 2">
            <a:extLst>
              <a:ext uri="{FF2B5EF4-FFF2-40B4-BE49-F238E27FC236}">
                <a16:creationId xmlns:a16="http://schemas.microsoft.com/office/drawing/2014/main" id="{DB6566BB-9632-4FD7-9FFC-FD3C43D3954E}"/>
              </a:ext>
            </a:extLst>
          </p:cNvPr>
          <p:cNvSpPr>
            <a:spLocks noGrp="1"/>
          </p:cNvSpPr>
          <p:nvPr>
            <p:ph idx="1"/>
          </p:nvPr>
        </p:nvSpPr>
        <p:spPr>
          <a:xfrm>
            <a:off x="6470699" y="619764"/>
            <a:ext cx="5164488" cy="2581836"/>
          </a:xfrm>
          <a:ln w="76200">
            <a:solidFill>
              <a:schemeClr val="accent6">
                <a:lumMod val="50000"/>
              </a:schemeClr>
            </a:solidFill>
          </a:ln>
        </p:spPr>
        <p:txBody>
          <a:bodyPr>
            <a:noAutofit/>
          </a:bodyPr>
          <a:lstStyle/>
          <a:p>
            <a:pPr lvl="0" defTabSz="914400" eaLnBrk="0" fontAlgn="base" hangingPunct="0">
              <a:spcBef>
                <a:spcPct val="0"/>
              </a:spcBef>
              <a:spcAft>
                <a:spcPct val="0"/>
              </a:spcAft>
              <a:buClrTx/>
              <a:buSzTx/>
            </a:pPr>
            <a:r>
              <a:rPr lang="en-US" sz="1250" b="1" u="sng" dirty="0">
                <a:solidFill>
                  <a:schemeClr val="tx1"/>
                </a:solidFill>
                <a:latin typeface="Aptos Narrow" panose="020B0004020202020204" pitchFamily="34" charset="0"/>
              </a:rPr>
              <a:t>Here are the four tables used in this project:</a:t>
            </a:r>
            <a:br>
              <a:rPr lang="en-US" sz="1250" b="1" u="sng" dirty="0">
                <a:solidFill>
                  <a:schemeClr val="tx1"/>
                </a:solidFill>
                <a:latin typeface="Aptos Narrow" panose="020B0004020202020204" pitchFamily="34" charset="0"/>
              </a:rPr>
            </a:br>
            <a:endParaRPr lang="en-US" sz="1250" b="1" u="sng" dirty="0">
              <a:solidFill>
                <a:schemeClr val="tx1"/>
              </a:solidFill>
              <a:latin typeface="Aptos Narrow" panose="020B0004020202020204" pitchFamily="34" charset="0"/>
            </a:endParaRPr>
          </a:p>
          <a:p>
            <a:pPr lvl="0" defTabSz="914400" eaLnBrk="0" fontAlgn="base" hangingPunct="0">
              <a:spcBef>
                <a:spcPct val="0"/>
              </a:spcBef>
              <a:spcAft>
                <a:spcPct val="0"/>
              </a:spcAft>
              <a:buClrTx/>
              <a:buSzTx/>
              <a:buFontTx/>
              <a:buChar char="•"/>
            </a:pPr>
            <a:r>
              <a:rPr lang="en-US" altLang="en-US" sz="1250" b="1" dirty="0">
                <a:solidFill>
                  <a:schemeClr val="tx1"/>
                </a:solidFill>
                <a:latin typeface="Aptos Narrow" panose="020B0004020202020204" pitchFamily="34" charset="0"/>
              </a:rPr>
              <a:t>Orders</a:t>
            </a:r>
            <a:r>
              <a:rPr lang="en-US" altLang="en-US" sz="1250" dirty="0">
                <a:solidFill>
                  <a:schemeClr val="tx1"/>
                </a:solidFill>
                <a:latin typeface="Aptos Narrow" panose="020B0004020202020204" pitchFamily="34" charset="0"/>
              </a:rPr>
              <a:t> – Stores order-level transaction details, showing when purchases happen and how much customers spend.</a:t>
            </a:r>
            <a:br>
              <a:rPr lang="en-US" altLang="en-US" sz="1250" dirty="0">
                <a:solidFill>
                  <a:schemeClr val="tx1"/>
                </a:solidFill>
                <a:latin typeface="Aptos Narrow" panose="020B0004020202020204" pitchFamily="34" charset="0"/>
              </a:rPr>
            </a:br>
            <a:endParaRPr lang="en-US" altLang="en-US" sz="1250" dirty="0">
              <a:solidFill>
                <a:schemeClr val="tx1"/>
              </a:solidFill>
              <a:latin typeface="Aptos Narrow" panose="020B0004020202020204" pitchFamily="34" charset="0"/>
            </a:endParaRPr>
          </a:p>
          <a:p>
            <a:pPr lvl="0" defTabSz="914400" eaLnBrk="0" fontAlgn="base" hangingPunct="0">
              <a:spcBef>
                <a:spcPct val="0"/>
              </a:spcBef>
              <a:spcAft>
                <a:spcPct val="0"/>
              </a:spcAft>
              <a:buClrTx/>
              <a:buSzTx/>
              <a:buFontTx/>
              <a:buChar char="•"/>
            </a:pPr>
            <a:r>
              <a:rPr lang="en-US" altLang="en-US" sz="1250" b="1" dirty="0" err="1">
                <a:solidFill>
                  <a:schemeClr val="tx1"/>
                </a:solidFill>
                <a:latin typeface="Aptos Narrow" panose="020B0004020202020204" pitchFamily="34" charset="0"/>
              </a:rPr>
              <a:t>OrderDetails</a:t>
            </a:r>
            <a:r>
              <a:rPr lang="en-US" altLang="en-US" sz="1250" dirty="0">
                <a:solidFill>
                  <a:schemeClr val="tx1"/>
                </a:solidFill>
                <a:latin typeface="Aptos Narrow" panose="020B0004020202020204" pitchFamily="34" charset="0"/>
              </a:rPr>
              <a:t> – Provides an item-wise breakdown of each order, detailing which products are purchased and in what quantity.</a:t>
            </a:r>
            <a:br>
              <a:rPr lang="en-US" altLang="en-US" sz="1250" dirty="0">
                <a:solidFill>
                  <a:schemeClr val="tx1"/>
                </a:solidFill>
                <a:latin typeface="Aptos Narrow" panose="020B0004020202020204" pitchFamily="34" charset="0"/>
              </a:rPr>
            </a:br>
            <a:endParaRPr lang="en-US" altLang="en-US" sz="1250" dirty="0">
              <a:solidFill>
                <a:schemeClr val="tx1"/>
              </a:solidFill>
              <a:latin typeface="Aptos Narrow" panose="020B0004020202020204" pitchFamily="34" charset="0"/>
            </a:endParaRPr>
          </a:p>
          <a:p>
            <a:pPr lvl="0" defTabSz="914400" eaLnBrk="0" fontAlgn="base" hangingPunct="0">
              <a:spcBef>
                <a:spcPct val="0"/>
              </a:spcBef>
              <a:spcAft>
                <a:spcPct val="0"/>
              </a:spcAft>
              <a:buClrTx/>
              <a:buSzTx/>
              <a:buFontTx/>
              <a:buChar char="•"/>
            </a:pPr>
            <a:r>
              <a:rPr lang="en-US" altLang="en-US" sz="1250" b="1" dirty="0">
                <a:solidFill>
                  <a:schemeClr val="tx1"/>
                </a:solidFill>
                <a:latin typeface="Aptos Narrow" panose="020B0004020202020204" pitchFamily="34" charset="0"/>
              </a:rPr>
              <a:t>Customers</a:t>
            </a:r>
            <a:r>
              <a:rPr lang="en-US" altLang="en-US" sz="1250" dirty="0">
                <a:solidFill>
                  <a:schemeClr val="tx1"/>
                </a:solidFill>
                <a:latin typeface="Aptos Narrow" panose="020B0004020202020204" pitchFamily="34" charset="0"/>
              </a:rPr>
              <a:t> – Contains customer information and location data, helping identify who the customers are and where they come from.</a:t>
            </a:r>
            <a:br>
              <a:rPr lang="en-US" altLang="en-US" sz="1250" dirty="0">
                <a:solidFill>
                  <a:schemeClr val="tx1"/>
                </a:solidFill>
                <a:latin typeface="Aptos Narrow" panose="020B0004020202020204" pitchFamily="34" charset="0"/>
              </a:rPr>
            </a:br>
            <a:endParaRPr lang="en-US" altLang="en-US" sz="1250" dirty="0">
              <a:solidFill>
                <a:schemeClr val="tx1"/>
              </a:solidFill>
              <a:latin typeface="Aptos Narrow" panose="020B0004020202020204" pitchFamily="34" charset="0"/>
            </a:endParaRPr>
          </a:p>
          <a:p>
            <a:pPr lvl="0" defTabSz="914400" eaLnBrk="0" fontAlgn="base" hangingPunct="0">
              <a:spcBef>
                <a:spcPct val="0"/>
              </a:spcBef>
              <a:spcAft>
                <a:spcPct val="0"/>
              </a:spcAft>
              <a:buClrTx/>
              <a:buSzTx/>
              <a:buFontTx/>
              <a:buChar char="•"/>
            </a:pPr>
            <a:r>
              <a:rPr lang="en-US" altLang="en-US" sz="1250" b="1" dirty="0">
                <a:solidFill>
                  <a:schemeClr val="tx1"/>
                </a:solidFill>
                <a:latin typeface="Aptos Narrow" panose="020B0004020202020204" pitchFamily="34" charset="0"/>
              </a:rPr>
              <a:t>Products</a:t>
            </a:r>
            <a:r>
              <a:rPr lang="en-US" altLang="en-US" sz="1250" dirty="0">
                <a:solidFill>
                  <a:schemeClr val="tx1"/>
                </a:solidFill>
                <a:latin typeface="Aptos Narrow" panose="020B0004020202020204" pitchFamily="34" charset="0"/>
              </a:rPr>
              <a:t> – Holds product details including category and price, explaining what is being sold and at what cost.</a:t>
            </a:r>
          </a:p>
          <a:p>
            <a:endParaRPr lang="en-US" sz="1250" dirty="0">
              <a:ln w="0"/>
              <a:solidFill>
                <a:schemeClr val="tx1"/>
              </a:solidFill>
              <a:effectLst>
                <a:outerShdw blurRad="38100" dist="19050" dir="2700000" algn="tl" rotWithShape="0">
                  <a:schemeClr val="dk1">
                    <a:alpha val="40000"/>
                  </a:schemeClr>
                </a:outerShdw>
              </a:effectLst>
              <a:latin typeface="Aptos Narrow" panose="020B0004020202020204" pitchFamily="34" charset="0"/>
            </a:endParaRPr>
          </a:p>
        </p:txBody>
      </p:sp>
      <p:pic>
        <p:nvPicPr>
          <p:cNvPr id="10" name="Picture Placeholder 9">
            <a:extLst>
              <a:ext uri="{FF2B5EF4-FFF2-40B4-BE49-F238E27FC236}">
                <a16:creationId xmlns:a16="http://schemas.microsoft.com/office/drawing/2014/main" id="{919EE22C-ABF4-7111-C487-6E8A91094603}"/>
              </a:ext>
            </a:extLst>
          </p:cNvPr>
          <p:cNvPicPr>
            <a:picLocks noGrp="1" noChangeAspect="1"/>
          </p:cNvPicPr>
          <p:nvPr>
            <p:ph type="pic" sz="quarter" idx="13"/>
          </p:nvPr>
        </p:nvPicPr>
        <p:blipFill>
          <a:blip r:embed="rId2"/>
          <a:srcRect l="-347" r="22014"/>
          <a:stretch>
            <a:fillRect/>
          </a:stretch>
        </p:blipFill>
        <p:spPr>
          <a:xfrm>
            <a:off x="472769" y="3429000"/>
            <a:ext cx="3449873" cy="2886635"/>
          </a:xfrm>
          <a:prstGeom prst="roundRect">
            <a:avLst>
              <a:gd name="adj" fmla="val 8594"/>
            </a:avLst>
          </a:prstGeom>
          <a:solidFill>
            <a:srgbClr val="FFFFFF">
              <a:shade val="85000"/>
            </a:srgbClr>
          </a:solidFill>
          <a:ln>
            <a:noFill/>
          </a:ln>
          <a:effectLst>
            <a:reflection blurRad="12700" stA="38000" endPos="28000" dist="5000" dir="5400000" sy="-100000" algn="bl" rotWithShape="0"/>
          </a:effectLst>
        </p:spPr>
      </p:pic>
      <p:pic>
        <p:nvPicPr>
          <p:cNvPr id="20" name="Picture Placeholder 19">
            <a:extLst>
              <a:ext uri="{FF2B5EF4-FFF2-40B4-BE49-F238E27FC236}">
                <a16:creationId xmlns:a16="http://schemas.microsoft.com/office/drawing/2014/main" id="{004A9672-EF29-799E-2972-7ECFE223D703}"/>
              </a:ext>
            </a:extLst>
          </p:cNvPr>
          <p:cNvPicPr>
            <a:picLocks noGrp="1" noChangeAspect="1"/>
          </p:cNvPicPr>
          <p:nvPr>
            <p:ph type="pic" sz="quarter" idx="14"/>
          </p:nvPr>
        </p:nvPicPr>
        <p:blipFill>
          <a:blip r:embed="rId3"/>
          <a:srcRect l="17" r="53406"/>
          <a:stretch>
            <a:fillRect/>
          </a:stretch>
        </p:blipFill>
        <p:spPr>
          <a:xfrm>
            <a:off x="6595884" y="3441054"/>
            <a:ext cx="2457059" cy="2843685"/>
          </a:xfrm>
          <a:prstGeom prst="roundRect">
            <a:avLst>
              <a:gd name="adj" fmla="val 8594"/>
            </a:avLst>
          </a:prstGeom>
          <a:solidFill>
            <a:srgbClr val="FFFFFF">
              <a:shade val="85000"/>
            </a:srgbClr>
          </a:solidFill>
          <a:ln>
            <a:noFill/>
          </a:ln>
          <a:effectLst>
            <a:reflection blurRad="12700" stA="38000" endPos="28000" dist="5000" dir="5400000" sy="-100000" algn="bl" rotWithShape="0"/>
          </a:effectLst>
        </p:spPr>
      </p:pic>
      <p:pic>
        <p:nvPicPr>
          <p:cNvPr id="24" name="Picture Placeholder 23">
            <a:extLst>
              <a:ext uri="{FF2B5EF4-FFF2-40B4-BE49-F238E27FC236}">
                <a16:creationId xmlns:a16="http://schemas.microsoft.com/office/drawing/2014/main" id="{8D1326AD-622D-3C5E-7CC9-E98C62DF6628}"/>
              </a:ext>
            </a:extLst>
          </p:cNvPr>
          <p:cNvPicPr>
            <a:picLocks noGrp="1" noChangeAspect="1"/>
          </p:cNvPicPr>
          <p:nvPr>
            <p:ph type="pic" sz="quarter" idx="15"/>
          </p:nvPr>
        </p:nvPicPr>
        <p:blipFill>
          <a:blip r:embed="rId4"/>
          <a:srcRect r="28640"/>
          <a:stretch>
            <a:fillRect/>
          </a:stretch>
        </p:blipFill>
        <p:spPr>
          <a:xfrm>
            <a:off x="4038600" y="3429000"/>
            <a:ext cx="2432099" cy="2843685"/>
          </a:xfrm>
          <a:prstGeom prst="roundRect">
            <a:avLst>
              <a:gd name="adj" fmla="val 8594"/>
            </a:avLst>
          </a:prstGeom>
          <a:solidFill>
            <a:srgbClr val="FFFFFF">
              <a:shade val="85000"/>
            </a:srgbClr>
          </a:solidFill>
          <a:ln>
            <a:noFill/>
          </a:ln>
          <a:effectLst>
            <a:reflection blurRad="12700" stA="38000" endPos="28000" dist="5000" dir="5400000" sy="-100000" algn="bl" rotWithShape="0"/>
          </a:effectLst>
        </p:spPr>
      </p:pic>
      <p:pic>
        <p:nvPicPr>
          <p:cNvPr id="28" name="Picture Placeholder 27">
            <a:extLst>
              <a:ext uri="{FF2B5EF4-FFF2-40B4-BE49-F238E27FC236}">
                <a16:creationId xmlns:a16="http://schemas.microsoft.com/office/drawing/2014/main" id="{B6EC56FE-935A-761D-7482-58B22551312E}"/>
              </a:ext>
            </a:extLst>
          </p:cNvPr>
          <p:cNvPicPr>
            <a:picLocks noGrp="1" noChangeAspect="1"/>
          </p:cNvPicPr>
          <p:nvPr>
            <p:ph type="pic" sz="quarter" idx="16"/>
          </p:nvPr>
        </p:nvPicPr>
        <p:blipFill>
          <a:blip r:embed="rId5"/>
          <a:srcRect t="-789" r="28438" b="789"/>
          <a:stretch>
            <a:fillRect/>
          </a:stretch>
        </p:blipFill>
        <p:spPr>
          <a:xfrm>
            <a:off x="9178128" y="3441054"/>
            <a:ext cx="2457059" cy="2831631"/>
          </a:xfrm>
          <a:prstGeom prst="roundRect">
            <a:avLst>
              <a:gd name="adj" fmla="val 8594"/>
            </a:avLst>
          </a:prstGeom>
          <a:solidFill>
            <a:srgbClr val="FFFFFF">
              <a:shade val="85000"/>
            </a:srgbClr>
          </a:solidFill>
          <a:ln>
            <a:noFill/>
          </a:ln>
          <a:effectLst>
            <a:reflection blurRad="12700" stA="38000" endPos="28000" dist="5000" dir="5400000" sy="-100000" algn="bl" rotWithShape="0"/>
          </a:effectLst>
        </p:spPr>
      </p:pic>
      <p:sp>
        <p:nvSpPr>
          <p:cNvPr id="16" name="Date Placeholder 15">
            <a:extLst>
              <a:ext uri="{FF2B5EF4-FFF2-40B4-BE49-F238E27FC236}">
                <a16:creationId xmlns:a16="http://schemas.microsoft.com/office/drawing/2014/main" id="{7FFBE36B-5CC8-44EE-801B-6159157B5328}"/>
              </a:ext>
            </a:extLst>
          </p:cNvPr>
          <p:cNvSpPr>
            <a:spLocks noGrp="1"/>
          </p:cNvSpPr>
          <p:nvPr>
            <p:ph type="dt" sz="half" idx="10"/>
          </p:nvPr>
        </p:nvSpPr>
        <p:spPr/>
        <p:txBody>
          <a:bodyPr/>
          <a:lstStyle/>
          <a:p>
            <a:endParaRPr lang="en-US" dirty="0"/>
          </a:p>
          <a:p>
            <a:endParaRPr lang="en-US" dirty="0"/>
          </a:p>
        </p:txBody>
      </p:sp>
      <p:sp>
        <p:nvSpPr>
          <p:cNvPr id="18" name="Slide Number Placeholder 17">
            <a:extLst>
              <a:ext uri="{FF2B5EF4-FFF2-40B4-BE49-F238E27FC236}">
                <a16:creationId xmlns:a16="http://schemas.microsoft.com/office/drawing/2014/main" id="{41898C30-E58E-4EC9-8A27-DF1822A9863B}"/>
              </a:ext>
            </a:extLst>
          </p:cNvPr>
          <p:cNvSpPr>
            <a:spLocks noGrp="1"/>
          </p:cNvSpPr>
          <p:nvPr>
            <p:ph type="sldNum" sz="quarter" idx="12"/>
          </p:nvPr>
        </p:nvSpPr>
        <p:spPr/>
        <p:txBody>
          <a:bodyPr/>
          <a:lstStyle/>
          <a:p>
            <a:r>
              <a:rPr lang="en-US" dirty="0"/>
              <a:t> </a:t>
            </a:r>
          </a:p>
        </p:txBody>
      </p:sp>
      <p:sp>
        <p:nvSpPr>
          <p:cNvPr id="31" name="Rectangle 3">
            <a:extLst>
              <a:ext uri="{FF2B5EF4-FFF2-40B4-BE49-F238E27FC236}">
                <a16:creationId xmlns:a16="http://schemas.microsoft.com/office/drawing/2014/main" id="{AB0FB560-32D3-D7B3-9B26-E2308CCA0ACC}"/>
              </a:ext>
            </a:extLst>
          </p:cNvPr>
          <p:cNvSpPr>
            <a:spLocks noChangeArrowheads="1"/>
          </p:cNvSpPr>
          <p:nvPr/>
        </p:nvSpPr>
        <p:spPr bwMode="auto">
          <a:xfrm>
            <a:off x="0" y="-184666"/>
            <a:ext cx="264816" cy="36933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Char char="•"/>
              <a:tabLst/>
            </a:pPr>
            <a:endParaRPr kumimoji="0" lang="en-US" altLang="en-US" sz="1800" b="0" i="0" u="none" strike="noStrike" cap="none" normalizeH="0" baseline="0" dirty="0">
              <a:ln>
                <a:noFill/>
              </a:ln>
              <a:solidFill>
                <a:schemeClr val="tx1"/>
              </a:solidFill>
              <a:effectLst/>
              <a:latin typeface="Arial" panose="020B0604020202020204" pitchFamily="34" charset="0"/>
            </a:endParaRPr>
          </a:p>
        </p:txBody>
      </p:sp>
    </p:spTree>
    <p:extLst>
      <p:ext uri="{BB962C8B-B14F-4D97-AF65-F5344CB8AC3E}">
        <p14:creationId xmlns:p14="http://schemas.microsoft.com/office/powerpoint/2010/main" val="2262346778"/>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FB49352-2AB0-4ADD-96B9-AB0FAECB557C}"/>
              </a:ext>
            </a:extLst>
          </p:cNvPr>
          <p:cNvSpPr>
            <a:spLocks noGrp="1"/>
          </p:cNvSpPr>
          <p:nvPr>
            <p:ph type="title"/>
          </p:nvPr>
        </p:nvSpPr>
        <p:spPr>
          <a:xfrm>
            <a:off x="0" y="516835"/>
            <a:ext cx="3581400" cy="365125"/>
          </a:xfrm>
        </p:spPr>
        <p:txBody>
          <a:bodyPr>
            <a:noAutofit/>
          </a:bodyPr>
          <a:lstStyle/>
          <a:p>
            <a:pPr algn="l"/>
            <a:r>
              <a:rPr lang="en-IN" sz="1800" b="1" u="sng" dirty="0"/>
              <a:t>Market Segmentation by Location</a:t>
            </a:r>
            <a:endParaRPr lang="en-US" sz="1800" b="1" u="sng" dirty="0">
              <a:latin typeface="Aptos Narrow" panose="020B0004020202020204" pitchFamily="34" charset="0"/>
            </a:endParaRPr>
          </a:p>
        </p:txBody>
      </p:sp>
      <p:sp>
        <p:nvSpPr>
          <p:cNvPr id="3" name="Content Placeholder 2">
            <a:extLst>
              <a:ext uri="{FF2B5EF4-FFF2-40B4-BE49-F238E27FC236}">
                <a16:creationId xmlns:a16="http://schemas.microsoft.com/office/drawing/2014/main" id="{2F49AA98-AED4-4FAD-999C-98B64BB9DF71}"/>
              </a:ext>
            </a:extLst>
          </p:cNvPr>
          <p:cNvSpPr>
            <a:spLocks noGrp="1"/>
          </p:cNvSpPr>
          <p:nvPr>
            <p:ph idx="1"/>
          </p:nvPr>
        </p:nvSpPr>
        <p:spPr>
          <a:xfrm>
            <a:off x="132781" y="1518065"/>
            <a:ext cx="3097436" cy="3839126"/>
          </a:xfrm>
        </p:spPr>
        <p:txBody>
          <a:bodyPr>
            <a:noAutofit/>
          </a:bodyPr>
          <a:lstStyle/>
          <a:p>
            <a:pPr marL="285750" indent="-285750">
              <a:buClr>
                <a:srgbClr val="201449"/>
              </a:buClr>
              <a:buFont typeface="Arial" panose="020B0604020202020204" pitchFamily="34" charset="0"/>
              <a:buChar char="•"/>
            </a:pPr>
            <a:r>
              <a:rPr lang="en-US" sz="1600" dirty="0">
                <a:latin typeface="Arial" panose="020B0604020202020204" pitchFamily="34" charset="0"/>
                <a:cs typeface="Arial" panose="020B0604020202020204" pitchFamily="34" charset="0"/>
              </a:rPr>
              <a:t>To identify </a:t>
            </a:r>
            <a:r>
              <a:rPr lang="en-US" sz="1600" b="1" dirty="0">
                <a:latin typeface="Arial" panose="020B0604020202020204" pitchFamily="34" charset="0"/>
                <a:cs typeface="Arial" panose="020B0604020202020204" pitchFamily="34" charset="0"/>
              </a:rPr>
              <a:t>cities with the highest customer presence</a:t>
            </a:r>
            <a:r>
              <a:rPr lang="en-US" sz="1600" dirty="0">
                <a:latin typeface="Arial" panose="020B0604020202020204" pitchFamily="34" charset="0"/>
                <a:cs typeface="Arial" panose="020B0604020202020204" pitchFamily="34" charset="0"/>
              </a:rPr>
              <a:t>, the Customers table is grouped by location and customer counts are calculated. The results are sorted in descending order and limited to the top three cities. This helps the business prioritize key markets for marketing and logistics.</a:t>
            </a:r>
          </a:p>
          <a:p>
            <a:pPr marL="285750" indent="-285750">
              <a:buClr>
                <a:srgbClr val="201449"/>
              </a:buClr>
              <a:buFont typeface="Arial" panose="020B0604020202020204" pitchFamily="34" charset="0"/>
              <a:buChar char="•"/>
            </a:pPr>
            <a:r>
              <a:rPr lang="en-US" sz="1600" dirty="0">
                <a:latin typeface="Arial" panose="020B0604020202020204" pitchFamily="34" charset="0"/>
                <a:cs typeface="Arial" panose="020B0604020202020204" pitchFamily="34" charset="0"/>
              </a:rPr>
              <a:t>The output highlights </a:t>
            </a:r>
            <a:r>
              <a:rPr lang="en-US" sz="1600" b="1" dirty="0">
                <a:latin typeface="Arial" panose="020B0604020202020204" pitchFamily="34" charset="0"/>
                <a:cs typeface="Arial" panose="020B0604020202020204" pitchFamily="34" charset="0"/>
              </a:rPr>
              <a:t>Delhi</a:t>
            </a:r>
            <a:r>
              <a:rPr lang="en-US" sz="1600" dirty="0">
                <a:latin typeface="Arial" panose="020B0604020202020204" pitchFamily="34" charset="0"/>
                <a:cs typeface="Arial" panose="020B0604020202020204" pitchFamily="34" charset="0"/>
              </a:rPr>
              <a:t> as the leading city, followed by </a:t>
            </a:r>
            <a:r>
              <a:rPr lang="en-US" sz="1600" b="1" dirty="0">
                <a:latin typeface="Arial" panose="020B0604020202020204" pitchFamily="34" charset="0"/>
                <a:cs typeface="Arial" panose="020B0604020202020204" pitchFamily="34" charset="0"/>
              </a:rPr>
              <a:t>Chennai</a:t>
            </a:r>
            <a:r>
              <a:rPr lang="en-US" sz="1600" dirty="0">
                <a:latin typeface="Arial" panose="020B0604020202020204" pitchFamily="34" charset="0"/>
                <a:cs typeface="Arial" panose="020B0604020202020204" pitchFamily="34" charset="0"/>
              </a:rPr>
              <a:t> and </a:t>
            </a:r>
            <a:r>
              <a:rPr lang="en-US" sz="1600" b="1" dirty="0">
                <a:latin typeface="Arial" panose="020B0604020202020204" pitchFamily="34" charset="0"/>
                <a:cs typeface="Arial" panose="020B0604020202020204" pitchFamily="34" charset="0"/>
              </a:rPr>
              <a:t>Jaipur</a:t>
            </a:r>
            <a:r>
              <a:rPr lang="en-US" sz="1600" dirty="0">
                <a:latin typeface="Arial" panose="020B0604020202020204" pitchFamily="34" charset="0"/>
                <a:cs typeface="Arial" panose="020B0604020202020204" pitchFamily="34" charset="0"/>
              </a:rPr>
              <a:t>.</a:t>
            </a:r>
          </a:p>
        </p:txBody>
      </p:sp>
      <p:pic>
        <p:nvPicPr>
          <p:cNvPr id="16" name="Picture Placeholder 15">
            <a:extLst>
              <a:ext uri="{FF2B5EF4-FFF2-40B4-BE49-F238E27FC236}">
                <a16:creationId xmlns:a16="http://schemas.microsoft.com/office/drawing/2014/main" id="{44D3D093-63C3-BACF-001A-B61B9BC682C5}"/>
              </a:ext>
            </a:extLst>
          </p:cNvPr>
          <p:cNvPicPr>
            <a:picLocks noGrp="1" noChangeAspect="1"/>
          </p:cNvPicPr>
          <p:nvPr>
            <p:ph type="pic" sz="quarter" idx="13"/>
          </p:nvPr>
        </p:nvPicPr>
        <p:blipFill>
          <a:blip r:embed="rId2"/>
          <a:srcRect t="1323" b="1323"/>
          <a:stretch>
            <a:fillRect/>
          </a:stretch>
        </p:blipFill>
        <p:spPr>
          <a:xfrm>
            <a:off x="3581400" y="19050"/>
            <a:ext cx="8607552" cy="6858000"/>
          </a:xfrm>
        </p:spPr>
      </p:pic>
    </p:spTree>
    <p:extLst>
      <p:ext uri="{BB962C8B-B14F-4D97-AF65-F5344CB8AC3E}">
        <p14:creationId xmlns:p14="http://schemas.microsoft.com/office/powerpoint/2010/main" val="1590342866"/>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7EAF96E-3C2B-DB3B-26CC-9B942ED51301}"/>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0A9D5A2A-A68B-60A8-FADE-9222A7E7B26F}"/>
              </a:ext>
            </a:extLst>
          </p:cNvPr>
          <p:cNvSpPr>
            <a:spLocks noGrp="1"/>
          </p:cNvSpPr>
          <p:nvPr>
            <p:ph type="title"/>
          </p:nvPr>
        </p:nvSpPr>
        <p:spPr>
          <a:xfrm>
            <a:off x="86226" y="402104"/>
            <a:ext cx="3581400" cy="365125"/>
          </a:xfrm>
        </p:spPr>
        <p:txBody>
          <a:bodyPr>
            <a:normAutofit fontScale="90000"/>
          </a:bodyPr>
          <a:lstStyle/>
          <a:p>
            <a:r>
              <a:rPr lang="en-IN" sz="2000" b="1" u="sng" dirty="0"/>
              <a:t>Customer Engagement Analysis</a:t>
            </a:r>
            <a:endParaRPr lang="en-US" sz="2000" b="1" u="sng" dirty="0"/>
          </a:p>
        </p:txBody>
      </p:sp>
      <p:sp>
        <p:nvSpPr>
          <p:cNvPr id="3" name="Content Placeholder 2">
            <a:extLst>
              <a:ext uri="{FF2B5EF4-FFF2-40B4-BE49-F238E27FC236}">
                <a16:creationId xmlns:a16="http://schemas.microsoft.com/office/drawing/2014/main" id="{3A9C1CFC-E194-6EBD-5080-E333A8B4AA12}"/>
              </a:ext>
            </a:extLst>
          </p:cNvPr>
          <p:cNvSpPr>
            <a:spLocks noGrp="1"/>
          </p:cNvSpPr>
          <p:nvPr>
            <p:ph idx="1"/>
          </p:nvPr>
        </p:nvSpPr>
        <p:spPr>
          <a:xfrm>
            <a:off x="222233" y="884583"/>
            <a:ext cx="3296219" cy="5792441"/>
          </a:xfrm>
        </p:spPr>
        <p:txBody>
          <a:bodyPr>
            <a:noAutofit/>
          </a:bodyPr>
          <a:lstStyle/>
          <a:p>
            <a:r>
              <a:rPr lang="en-US" sz="1600" dirty="0">
                <a:latin typeface="Arial" panose="020B0604020202020204" pitchFamily="34" charset="0"/>
                <a:cs typeface="Arial" panose="020B0604020202020204" pitchFamily="34" charset="0"/>
              </a:rPr>
              <a:t>To determine </a:t>
            </a:r>
            <a:r>
              <a:rPr lang="en-US" sz="1600" b="1" dirty="0">
                <a:latin typeface="Arial" panose="020B0604020202020204" pitchFamily="34" charset="0"/>
                <a:cs typeface="Arial" panose="020B0604020202020204" pitchFamily="34" charset="0"/>
              </a:rPr>
              <a:t>how frequently customers place orders</a:t>
            </a:r>
            <a:r>
              <a:rPr lang="en-US" sz="1600" dirty="0">
                <a:latin typeface="Arial" panose="020B0604020202020204" pitchFamily="34" charset="0"/>
                <a:cs typeface="Arial" panose="020B0604020202020204" pitchFamily="34" charset="0"/>
              </a:rPr>
              <a:t>, the number of orders per customer is calculated using the Orders table. Customers are grouped based on their order count, and the distribution is sorted in ascending order to understand engagement levels. </a:t>
            </a:r>
            <a:br>
              <a:rPr lang="en-US" sz="1600" dirty="0">
                <a:latin typeface="Arial" panose="020B0604020202020204" pitchFamily="34" charset="0"/>
                <a:cs typeface="Arial" panose="020B0604020202020204" pitchFamily="34" charset="0"/>
              </a:rPr>
            </a:br>
            <a:br>
              <a:rPr lang="en-US" sz="1600" dirty="0">
                <a:latin typeface="Arial" panose="020B0604020202020204" pitchFamily="34" charset="0"/>
                <a:cs typeface="Arial" panose="020B0604020202020204" pitchFamily="34" charset="0"/>
              </a:rPr>
            </a:br>
            <a:r>
              <a:rPr lang="en-US" sz="1600" dirty="0">
                <a:latin typeface="Arial" panose="020B0604020202020204" pitchFamily="34" charset="0"/>
                <a:cs typeface="Arial" panose="020B0604020202020204" pitchFamily="34" charset="0"/>
              </a:rPr>
              <a:t>The results help segment customers into </a:t>
            </a:r>
            <a:r>
              <a:rPr lang="en-US" sz="1600" b="1" dirty="0">
                <a:latin typeface="Arial" panose="020B0604020202020204" pitchFamily="34" charset="0"/>
                <a:cs typeface="Arial" panose="020B0604020202020204" pitchFamily="34" charset="0"/>
              </a:rPr>
              <a:t>one-time buyers, occasional shoppers, and regular customers</a:t>
            </a:r>
            <a:r>
              <a:rPr lang="en-US" sz="1600" dirty="0">
                <a:latin typeface="Arial" panose="020B0604020202020204" pitchFamily="34" charset="0"/>
                <a:cs typeface="Arial" panose="020B0604020202020204" pitchFamily="34" charset="0"/>
              </a:rPr>
              <a:t>, enabling more targeted marketing and retention strategies. </a:t>
            </a:r>
            <a:br>
              <a:rPr lang="en-US" sz="1600" dirty="0">
                <a:latin typeface="Arial" panose="020B0604020202020204" pitchFamily="34" charset="0"/>
                <a:cs typeface="Arial" panose="020B0604020202020204" pitchFamily="34" charset="0"/>
              </a:rPr>
            </a:br>
            <a:br>
              <a:rPr lang="en-US" sz="1600" dirty="0">
                <a:latin typeface="Arial" panose="020B0604020202020204" pitchFamily="34" charset="0"/>
                <a:cs typeface="Arial" panose="020B0604020202020204" pitchFamily="34" charset="0"/>
              </a:rPr>
            </a:br>
            <a:r>
              <a:rPr lang="en-US" sz="1600" dirty="0">
                <a:latin typeface="Arial" panose="020B0604020202020204" pitchFamily="34" charset="0"/>
                <a:cs typeface="Arial" panose="020B0604020202020204" pitchFamily="34" charset="0"/>
              </a:rPr>
              <a:t>The output shows that </a:t>
            </a:r>
            <a:r>
              <a:rPr lang="en-US" sz="1600" b="1" dirty="0">
                <a:latin typeface="Arial" panose="020B0604020202020204" pitchFamily="34" charset="0"/>
                <a:cs typeface="Arial" panose="020B0604020202020204" pitchFamily="34" charset="0"/>
              </a:rPr>
              <a:t>most customers place one or two orders, while a smaller group places multiple orders</a:t>
            </a:r>
            <a:r>
              <a:rPr lang="en-US" sz="1600" dirty="0">
                <a:latin typeface="Arial" panose="020B0604020202020204" pitchFamily="34" charset="0"/>
                <a:cs typeface="Arial" panose="020B0604020202020204" pitchFamily="34" charset="0"/>
              </a:rPr>
              <a:t>, indicating a core base of regular customers.</a:t>
            </a:r>
          </a:p>
        </p:txBody>
      </p:sp>
      <p:pic>
        <p:nvPicPr>
          <p:cNvPr id="7" name="Picture Placeholder 6">
            <a:extLst>
              <a:ext uri="{FF2B5EF4-FFF2-40B4-BE49-F238E27FC236}">
                <a16:creationId xmlns:a16="http://schemas.microsoft.com/office/drawing/2014/main" id="{CA23007C-857D-C906-007D-8E9E873B8B84}"/>
              </a:ext>
            </a:extLst>
          </p:cNvPr>
          <p:cNvPicPr>
            <a:picLocks noGrp="1" noChangeAspect="1"/>
          </p:cNvPicPr>
          <p:nvPr>
            <p:ph type="pic" sz="quarter" idx="13"/>
          </p:nvPr>
        </p:nvPicPr>
        <p:blipFill>
          <a:blip r:embed="rId2"/>
          <a:srcRect l="753" r="753"/>
          <a:stretch>
            <a:fillRect/>
          </a:stretch>
        </p:blipFill>
        <p:spPr>
          <a:xfrm>
            <a:off x="3753852" y="9524"/>
            <a:ext cx="8435099" cy="6858001"/>
          </a:xfrm>
        </p:spPr>
      </p:pic>
    </p:spTree>
    <p:extLst>
      <p:ext uri="{BB962C8B-B14F-4D97-AF65-F5344CB8AC3E}">
        <p14:creationId xmlns:p14="http://schemas.microsoft.com/office/powerpoint/2010/main" val="230276678"/>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9AE6CBF-D8B3-DDA1-1E3D-1F01211F27EA}"/>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505A1C9E-F640-3316-C838-AE851CB5985C}"/>
              </a:ext>
            </a:extLst>
          </p:cNvPr>
          <p:cNvSpPr>
            <a:spLocks noGrp="1"/>
          </p:cNvSpPr>
          <p:nvPr>
            <p:ph type="title"/>
          </p:nvPr>
        </p:nvSpPr>
        <p:spPr>
          <a:xfrm>
            <a:off x="0" y="31750"/>
            <a:ext cx="3703723" cy="829659"/>
          </a:xfrm>
        </p:spPr>
        <p:txBody>
          <a:bodyPr>
            <a:normAutofit fontScale="90000"/>
          </a:bodyPr>
          <a:lstStyle/>
          <a:p>
            <a:pPr algn="l"/>
            <a:r>
              <a:rPr lang="en-US" sz="2000" b="1" u="sng" dirty="0"/>
              <a:t>Identification of High-Value Products with Low Purchase Volume</a:t>
            </a:r>
          </a:p>
        </p:txBody>
      </p:sp>
      <p:sp>
        <p:nvSpPr>
          <p:cNvPr id="3" name="Content Placeholder 2">
            <a:extLst>
              <a:ext uri="{FF2B5EF4-FFF2-40B4-BE49-F238E27FC236}">
                <a16:creationId xmlns:a16="http://schemas.microsoft.com/office/drawing/2014/main" id="{80F7225E-039C-A6B4-8ABE-9BC541449D43}"/>
              </a:ext>
            </a:extLst>
          </p:cNvPr>
          <p:cNvSpPr>
            <a:spLocks noGrp="1"/>
          </p:cNvSpPr>
          <p:nvPr>
            <p:ph idx="1"/>
          </p:nvPr>
        </p:nvSpPr>
        <p:spPr>
          <a:xfrm>
            <a:off x="1" y="1123122"/>
            <a:ext cx="3438938" cy="5671378"/>
          </a:xfrm>
        </p:spPr>
        <p:txBody>
          <a:bodyPr>
            <a:noAutofit/>
          </a:bodyPr>
          <a:lstStyle/>
          <a:p>
            <a:r>
              <a:rPr lang="en-US" sz="1600" dirty="0">
                <a:latin typeface="Arial" panose="020B0604020202020204" pitchFamily="34" charset="0"/>
                <a:cs typeface="Arial" panose="020B0604020202020204" pitchFamily="34" charset="0"/>
              </a:rPr>
              <a:t>To identify </a:t>
            </a:r>
            <a:r>
              <a:rPr lang="en-US" sz="1600" b="1" dirty="0">
                <a:latin typeface="Arial" panose="020B0604020202020204" pitchFamily="34" charset="0"/>
                <a:cs typeface="Arial" panose="020B0604020202020204" pitchFamily="34" charset="0"/>
              </a:rPr>
              <a:t>products that are typically purchased in small quantities</a:t>
            </a:r>
            <a:r>
              <a:rPr lang="en-US" sz="1600" dirty="0">
                <a:latin typeface="Arial" panose="020B0604020202020204" pitchFamily="34" charset="0"/>
                <a:cs typeface="Arial" panose="020B0604020202020204" pitchFamily="34" charset="0"/>
              </a:rPr>
              <a:t> (an average of two units per order) but still generate high revenue, the </a:t>
            </a:r>
            <a:r>
              <a:rPr lang="en-US" sz="1600" dirty="0" err="1">
                <a:latin typeface="Arial" panose="020B0604020202020204" pitchFamily="34" charset="0"/>
                <a:cs typeface="Arial" panose="020B0604020202020204" pitchFamily="34" charset="0"/>
              </a:rPr>
              <a:t>OrderDetails</a:t>
            </a:r>
            <a:r>
              <a:rPr lang="en-US" sz="1600" dirty="0">
                <a:latin typeface="Arial" panose="020B0604020202020204" pitchFamily="34" charset="0"/>
                <a:cs typeface="Arial" panose="020B0604020202020204" pitchFamily="34" charset="0"/>
              </a:rPr>
              <a:t> table is analyzed. The data is grouped by product to calculate the average quantity per order and the total revenue, helping highlight premium or high-value products. </a:t>
            </a:r>
            <a:br>
              <a:rPr lang="en-US" sz="1600" dirty="0">
                <a:latin typeface="Arial" panose="020B0604020202020204" pitchFamily="34" charset="0"/>
                <a:cs typeface="Arial" panose="020B0604020202020204" pitchFamily="34" charset="0"/>
              </a:rPr>
            </a:br>
            <a:br>
              <a:rPr lang="en-US" sz="1600" dirty="0">
                <a:latin typeface="Arial" panose="020B0604020202020204" pitchFamily="34" charset="0"/>
                <a:cs typeface="Arial" panose="020B0604020202020204" pitchFamily="34" charset="0"/>
              </a:rPr>
            </a:br>
            <a:r>
              <a:rPr lang="en-US" sz="1600" dirty="0">
                <a:latin typeface="Arial" panose="020B0604020202020204" pitchFamily="34" charset="0"/>
                <a:cs typeface="Arial" panose="020B0604020202020204" pitchFamily="34" charset="0"/>
              </a:rPr>
              <a:t>The results are sorted in descending order of total revenue to easily identify top-performing items.</a:t>
            </a:r>
          </a:p>
          <a:p>
            <a:r>
              <a:rPr lang="en-US" sz="1600" dirty="0">
                <a:latin typeface="Arial" panose="020B0604020202020204" pitchFamily="34" charset="0"/>
                <a:cs typeface="Arial" panose="020B0604020202020204" pitchFamily="34" charset="0"/>
              </a:rPr>
              <a:t>The output displays </a:t>
            </a:r>
            <a:r>
              <a:rPr lang="en-US" sz="1600" b="1" dirty="0">
                <a:latin typeface="Arial" panose="020B0604020202020204" pitchFamily="34" charset="0"/>
                <a:cs typeface="Arial" panose="020B0604020202020204" pitchFamily="34" charset="0"/>
              </a:rPr>
              <a:t>products with an average purchase quantity of two that contribute the highest total revenue</a:t>
            </a:r>
            <a:r>
              <a:rPr lang="en-US" sz="1600" dirty="0">
                <a:latin typeface="Arial" panose="020B0604020202020204" pitchFamily="34" charset="0"/>
                <a:cs typeface="Arial" panose="020B0604020202020204" pitchFamily="34" charset="0"/>
              </a:rPr>
              <a:t>, indicating </a:t>
            </a:r>
            <a:r>
              <a:rPr lang="en-US" sz="1600" b="1" dirty="0">
                <a:latin typeface="Arial" panose="020B0604020202020204" pitchFamily="34" charset="0"/>
                <a:cs typeface="Arial" panose="020B0604020202020204" pitchFamily="34" charset="0"/>
              </a:rPr>
              <a:t>strong revenue performance </a:t>
            </a:r>
            <a:r>
              <a:rPr lang="en-US" sz="1600" dirty="0">
                <a:latin typeface="Arial" panose="020B0604020202020204" pitchFamily="34" charset="0"/>
                <a:cs typeface="Arial" panose="020B0604020202020204" pitchFamily="34" charset="0"/>
              </a:rPr>
              <a:t>despite low purchase volume.</a:t>
            </a:r>
          </a:p>
        </p:txBody>
      </p:sp>
      <p:pic>
        <p:nvPicPr>
          <p:cNvPr id="12" name="Picture Placeholder 11">
            <a:extLst>
              <a:ext uri="{FF2B5EF4-FFF2-40B4-BE49-F238E27FC236}">
                <a16:creationId xmlns:a16="http://schemas.microsoft.com/office/drawing/2014/main" id="{6B723EB7-3753-F735-B61A-A4F1D05D88EC}"/>
              </a:ext>
            </a:extLst>
          </p:cNvPr>
          <p:cNvPicPr>
            <a:picLocks noGrp="1" noChangeAspect="1"/>
          </p:cNvPicPr>
          <p:nvPr>
            <p:ph type="pic" sz="quarter" idx="13"/>
          </p:nvPr>
        </p:nvPicPr>
        <p:blipFill>
          <a:blip r:embed="rId2"/>
          <a:srcRect l="1070" r="1070"/>
          <a:stretch>
            <a:fillRect/>
          </a:stretch>
        </p:blipFill>
        <p:spPr>
          <a:xfrm>
            <a:off x="3548353" y="31750"/>
            <a:ext cx="8643647" cy="6794500"/>
          </a:xfrm>
        </p:spPr>
      </p:pic>
    </p:spTree>
    <p:extLst>
      <p:ext uri="{BB962C8B-B14F-4D97-AF65-F5344CB8AC3E}">
        <p14:creationId xmlns:p14="http://schemas.microsoft.com/office/powerpoint/2010/main" val="4043535529"/>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F490222-C388-3D83-1C76-11800E71E6C2}"/>
            </a:ext>
          </a:extLst>
        </p:cNvPr>
        <p:cNvGrpSpPr/>
        <p:nvPr/>
      </p:nvGrpSpPr>
      <p:grpSpPr>
        <a:xfrm>
          <a:off x="0" y="0"/>
          <a:ext cx="0" cy="0"/>
          <a:chOff x="0" y="0"/>
          <a:chExt cx="0" cy="0"/>
        </a:xfrm>
      </p:grpSpPr>
      <p:sp>
        <p:nvSpPr>
          <p:cNvPr id="3" name="Content Placeholder 2">
            <a:extLst>
              <a:ext uri="{FF2B5EF4-FFF2-40B4-BE49-F238E27FC236}">
                <a16:creationId xmlns:a16="http://schemas.microsoft.com/office/drawing/2014/main" id="{0579570F-FC5E-412A-B3F5-E03084F90672}"/>
              </a:ext>
            </a:extLst>
          </p:cNvPr>
          <p:cNvSpPr>
            <a:spLocks noGrp="1"/>
          </p:cNvSpPr>
          <p:nvPr>
            <p:ph idx="1"/>
          </p:nvPr>
        </p:nvSpPr>
        <p:spPr>
          <a:xfrm>
            <a:off x="0" y="1395664"/>
            <a:ext cx="3581400" cy="2859096"/>
          </a:xfrm>
        </p:spPr>
        <p:txBody>
          <a:bodyPr>
            <a:normAutofit/>
          </a:bodyPr>
          <a:lstStyle/>
          <a:p>
            <a:r>
              <a:rPr lang="en-US" sz="1600" dirty="0">
                <a:latin typeface="Arial" panose="020B0604020202020204" pitchFamily="34" charset="0"/>
                <a:cs typeface="Arial" panose="020B0604020202020204" pitchFamily="34" charset="0"/>
              </a:rPr>
              <a:t>To calculate the number of unique customers for each product category, the </a:t>
            </a:r>
            <a:r>
              <a:rPr lang="en-US" sz="1600" b="1" dirty="0">
                <a:latin typeface="Arial" panose="020B0604020202020204" pitchFamily="34" charset="0"/>
                <a:cs typeface="Arial" panose="020B0604020202020204" pitchFamily="34" charset="0"/>
              </a:rPr>
              <a:t>Products</a:t>
            </a:r>
            <a:r>
              <a:rPr lang="en-US" sz="1600" dirty="0">
                <a:latin typeface="Arial" panose="020B0604020202020204" pitchFamily="34" charset="0"/>
                <a:cs typeface="Arial" panose="020B0604020202020204" pitchFamily="34" charset="0"/>
              </a:rPr>
              <a:t>, </a:t>
            </a:r>
            <a:r>
              <a:rPr lang="en-US" sz="1600" b="1" dirty="0" err="1">
                <a:latin typeface="Arial" panose="020B0604020202020204" pitchFamily="34" charset="0"/>
                <a:cs typeface="Arial" panose="020B0604020202020204" pitchFamily="34" charset="0"/>
              </a:rPr>
              <a:t>OrderDetails</a:t>
            </a:r>
            <a:r>
              <a:rPr lang="en-US" sz="1600" dirty="0">
                <a:latin typeface="Arial" panose="020B0604020202020204" pitchFamily="34" charset="0"/>
                <a:cs typeface="Arial" panose="020B0604020202020204" pitchFamily="34" charset="0"/>
              </a:rPr>
              <a:t>, and </a:t>
            </a:r>
            <a:r>
              <a:rPr lang="en-US" sz="1600" b="1" dirty="0">
                <a:latin typeface="Arial" panose="020B0604020202020204" pitchFamily="34" charset="0"/>
                <a:cs typeface="Arial" panose="020B0604020202020204" pitchFamily="34" charset="0"/>
              </a:rPr>
              <a:t>Orders</a:t>
            </a:r>
            <a:r>
              <a:rPr lang="en-US" sz="1600" dirty="0">
                <a:latin typeface="Arial" panose="020B0604020202020204" pitchFamily="34" charset="0"/>
                <a:cs typeface="Arial" panose="020B0604020202020204" pitchFamily="34" charset="0"/>
              </a:rPr>
              <a:t> tables are joined. The data is grouped by category and sorted in descending order.</a:t>
            </a:r>
            <a:br>
              <a:rPr lang="en-US" sz="1600" dirty="0">
                <a:latin typeface="Arial" panose="020B0604020202020204" pitchFamily="34" charset="0"/>
                <a:cs typeface="Arial" panose="020B0604020202020204" pitchFamily="34" charset="0"/>
              </a:rPr>
            </a:br>
            <a:br>
              <a:rPr lang="en-US" sz="1600" dirty="0">
                <a:latin typeface="Arial" panose="020B0604020202020204" pitchFamily="34" charset="0"/>
                <a:cs typeface="Arial" panose="020B0604020202020204" pitchFamily="34" charset="0"/>
              </a:rPr>
            </a:br>
            <a:r>
              <a:rPr lang="en-US" sz="1600" dirty="0">
                <a:latin typeface="Arial" panose="020B0604020202020204" pitchFamily="34" charset="0"/>
                <a:cs typeface="Arial" panose="020B0604020202020204" pitchFamily="34" charset="0"/>
              </a:rPr>
              <a:t>The output shows that </a:t>
            </a:r>
            <a:r>
              <a:rPr lang="en-US" sz="1600" b="1" dirty="0">
                <a:latin typeface="Arial" panose="020B0604020202020204" pitchFamily="34" charset="0"/>
                <a:cs typeface="Arial" panose="020B0604020202020204" pitchFamily="34" charset="0"/>
              </a:rPr>
              <a:t>Electronics</a:t>
            </a:r>
            <a:r>
              <a:rPr lang="en-US" sz="1600" dirty="0">
                <a:latin typeface="Arial" panose="020B0604020202020204" pitchFamily="34" charset="0"/>
                <a:cs typeface="Arial" panose="020B0604020202020204" pitchFamily="34" charset="0"/>
              </a:rPr>
              <a:t> has the widest customer reach, followed by </a:t>
            </a:r>
            <a:r>
              <a:rPr lang="en-US" sz="1600" b="1" dirty="0">
                <a:latin typeface="Arial" panose="020B0604020202020204" pitchFamily="34" charset="0"/>
                <a:cs typeface="Arial" panose="020B0604020202020204" pitchFamily="34" charset="0"/>
              </a:rPr>
              <a:t>Wearable Tech</a:t>
            </a:r>
            <a:r>
              <a:rPr lang="en-US" sz="1600" dirty="0">
                <a:latin typeface="Arial" panose="020B0604020202020204" pitchFamily="34" charset="0"/>
                <a:cs typeface="Arial" panose="020B0604020202020204" pitchFamily="34" charset="0"/>
              </a:rPr>
              <a:t> and </a:t>
            </a:r>
            <a:r>
              <a:rPr lang="en-US" sz="1600" b="1" dirty="0">
                <a:latin typeface="Arial" panose="020B0604020202020204" pitchFamily="34" charset="0"/>
                <a:cs typeface="Arial" panose="020B0604020202020204" pitchFamily="34" charset="0"/>
              </a:rPr>
              <a:t>Photography</a:t>
            </a:r>
            <a:r>
              <a:rPr lang="en-US" sz="1600" dirty="0">
                <a:latin typeface="Arial" panose="020B0604020202020204" pitchFamily="34" charset="0"/>
                <a:cs typeface="Arial" panose="020B0604020202020204" pitchFamily="34" charset="0"/>
              </a:rPr>
              <a:t>.</a:t>
            </a:r>
          </a:p>
        </p:txBody>
      </p:sp>
      <p:pic>
        <p:nvPicPr>
          <p:cNvPr id="7" name="Picture Placeholder 6">
            <a:extLst>
              <a:ext uri="{FF2B5EF4-FFF2-40B4-BE49-F238E27FC236}">
                <a16:creationId xmlns:a16="http://schemas.microsoft.com/office/drawing/2014/main" id="{38CFD78B-F17D-0B7B-54C7-4F35BE3DE188}"/>
              </a:ext>
            </a:extLst>
          </p:cNvPr>
          <p:cNvPicPr>
            <a:picLocks noGrp="1" noChangeAspect="1"/>
          </p:cNvPicPr>
          <p:nvPr>
            <p:ph type="pic" sz="quarter" idx="13"/>
          </p:nvPr>
        </p:nvPicPr>
        <p:blipFill>
          <a:blip r:embed="rId2"/>
          <a:srcRect l="107" r="107"/>
          <a:stretch>
            <a:fillRect/>
          </a:stretch>
        </p:blipFill>
        <p:spPr>
          <a:xfrm>
            <a:off x="3581400" y="0"/>
            <a:ext cx="8607552" cy="6858000"/>
          </a:xfrm>
        </p:spPr>
      </p:pic>
      <p:sp>
        <p:nvSpPr>
          <p:cNvPr id="9" name="Rectangle 2">
            <a:extLst>
              <a:ext uri="{FF2B5EF4-FFF2-40B4-BE49-F238E27FC236}">
                <a16:creationId xmlns:a16="http://schemas.microsoft.com/office/drawing/2014/main" id="{5A87BBE5-7209-B79D-DA3B-6AC32CC62A55}"/>
              </a:ext>
            </a:extLst>
          </p:cNvPr>
          <p:cNvSpPr>
            <a:spLocks noGrp="1" noChangeArrowheads="1"/>
          </p:cNvSpPr>
          <p:nvPr>
            <p:ph type="title"/>
          </p:nvPr>
        </p:nvSpPr>
        <p:spPr bwMode="auto">
          <a:xfrm>
            <a:off x="0" y="171298"/>
            <a:ext cx="3753853" cy="120032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tabLst/>
            </a:pPr>
            <a:r>
              <a:rPr kumimoji="0" lang="en-US" altLang="en-US" sz="2400" b="1" i="0" u="sng" strike="noStrike" cap="none" normalizeH="0" baseline="0" dirty="0">
                <a:ln>
                  <a:noFill/>
                </a:ln>
                <a:solidFill>
                  <a:schemeClr val="tx1"/>
                </a:solidFill>
                <a:effectLst/>
                <a:latin typeface="+mn-lt"/>
              </a:rPr>
              <a:t>Unique Customers per Category</a:t>
            </a:r>
          </a:p>
          <a:p>
            <a:pPr marL="0" marR="0" lvl="0" indent="0" algn="l" defTabSz="914400" rtl="0" eaLnBrk="0" fontAlgn="base" latinLnBrk="0" hangingPunct="0">
              <a:lnSpc>
                <a:spcPct val="100000"/>
              </a:lnSpc>
              <a:spcBef>
                <a:spcPct val="0"/>
              </a:spcBef>
              <a:spcAft>
                <a:spcPct val="0"/>
              </a:spcAft>
              <a:buClrTx/>
              <a:buSzTx/>
              <a:buFontTx/>
              <a:buChar char="•"/>
              <a:tabLst/>
            </a:pPr>
            <a:endParaRPr kumimoji="0" lang="en-US" altLang="en-US" sz="2400" b="1" i="0" u="sng" strike="noStrike" cap="none" normalizeH="0" baseline="0" dirty="0">
              <a:ln>
                <a:noFill/>
              </a:ln>
              <a:solidFill>
                <a:schemeClr val="tx1"/>
              </a:solidFill>
              <a:effectLst/>
              <a:latin typeface="+mn-lt"/>
            </a:endParaRPr>
          </a:p>
        </p:txBody>
      </p:sp>
    </p:spTree>
    <p:extLst>
      <p:ext uri="{BB962C8B-B14F-4D97-AF65-F5344CB8AC3E}">
        <p14:creationId xmlns:p14="http://schemas.microsoft.com/office/powerpoint/2010/main" val="1404517521"/>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1190D22-3F6A-ED42-80CB-7265894CCF26}"/>
            </a:ext>
          </a:extLst>
        </p:cNvPr>
        <p:cNvGrpSpPr/>
        <p:nvPr/>
      </p:nvGrpSpPr>
      <p:grpSpPr>
        <a:xfrm>
          <a:off x="0" y="0"/>
          <a:ext cx="0" cy="0"/>
          <a:chOff x="0" y="0"/>
          <a:chExt cx="0" cy="0"/>
        </a:xfrm>
      </p:grpSpPr>
      <p:sp>
        <p:nvSpPr>
          <p:cNvPr id="3" name="Content Placeholder 2">
            <a:extLst>
              <a:ext uri="{FF2B5EF4-FFF2-40B4-BE49-F238E27FC236}">
                <a16:creationId xmlns:a16="http://schemas.microsoft.com/office/drawing/2014/main" id="{5E7F6992-91E1-350F-6739-171A75962E1D}"/>
              </a:ext>
            </a:extLst>
          </p:cNvPr>
          <p:cNvSpPr>
            <a:spLocks noGrp="1"/>
          </p:cNvSpPr>
          <p:nvPr>
            <p:ph idx="1"/>
          </p:nvPr>
        </p:nvSpPr>
        <p:spPr>
          <a:xfrm>
            <a:off x="0" y="504825"/>
            <a:ext cx="3581400" cy="6181877"/>
          </a:xfrm>
        </p:spPr>
        <p:txBody>
          <a:bodyPr>
            <a:normAutofit/>
          </a:bodyPr>
          <a:lstStyle/>
          <a:p>
            <a:r>
              <a:rPr lang="en-US" sz="1600" dirty="0">
                <a:latin typeface="Arial" panose="020B0604020202020204" pitchFamily="34" charset="0"/>
                <a:cs typeface="Arial" panose="020B0604020202020204" pitchFamily="34" charset="0"/>
              </a:rPr>
              <a:t>To analyze </a:t>
            </a:r>
            <a:r>
              <a:rPr lang="en-US" sz="1600" b="1" dirty="0">
                <a:latin typeface="Arial" panose="020B0604020202020204" pitchFamily="34" charset="0"/>
                <a:cs typeface="Arial" panose="020B0604020202020204" pitchFamily="34" charset="0"/>
              </a:rPr>
              <a:t>monthly sales performance</a:t>
            </a:r>
            <a:r>
              <a:rPr lang="en-US" sz="1600" dirty="0">
                <a:latin typeface="Arial" panose="020B0604020202020204" pitchFamily="34" charset="0"/>
                <a:cs typeface="Arial" panose="020B0604020202020204" pitchFamily="34" charset="0"/>
              </a:rPr>
              <a:t>, the Orders table is used to aggregate total sales by month by converting order dates into a YYYY-MM format. A window function (</a:t>
            </a:r>
            <a:r>
              <a:rPr lang="en-US" sz="1600" b="1" dirty="0">
                <a:latin typeface="Arial" panose="020B0604020202020204" pitchFamily="34" charset="0"/>
                <a:cs typeface="Arial" panose="020B0604020202020204" pitchFamily="34" charset="0"/>
              </a:rPr>
              <a:t>LAG</a:t>
            </a:r>
            <a:r>
              <a:rPr lang="en-US" sz="1600" dirty="0">
                <a:latin typeface="Arial" panose="020B0604020202020204" pitchFamily="34" charset="0"/>
                <a:cs typeface="Arial" panose="020B0604020202020204" pitchFamily="34" charset="0"/>
              </a:rPr>
              <a:t>) is then applied to compare each month’s sales with the previous month and calculate the month-on-month percentage change using the formula: </a:t>
            </a:r>
            <a:r>
              <a:rPr lang="en-US" sz="1600" b="1" dirty="0">
                <a:latin typeface="Arial" panose="020B0604020202020204" pitchFamily="34" charset="0"/>
                <a:cs typeface="Arial" panose="020B0604020202020204" pitchFamily="34" charset="0"/>
              </a:rPr>
              <a:t>((current−previous)/previous)*100.</a:t>
            </a:r>
            <a:br>
              <a:rPr lang="en-US" sz="1600" b="1" dirty="0">
                <a:latin typeface="Arial" panose="020B0604020202020204" pitchFamily="34" charset="0"/>
                <a:cs typeface="Arial" panose="020B0604020202020204" pitchFamily="34" charset="0"/>
              </a:rPr>
            </a:br>
            <a:br>
              <a:rPr lang="en-US" sz="1600" b="1" dirty="0">
                <a:latin typeface="Arial" panose="020B0604020202020204" pitchFamily="34" charset="0"/>
                <a:cs typeface="Arial" panose="020B0604020202020204" pitchFamily="34" charset="0"/>
              </a:rPr>
            </a:br>
            <a:r>
              <a:rPr lang="en-US" sz="1600" dirty="0">
                <a:latin typeface="Arial" panose="020B0604020202020204" pitchFamily="34" charset="0"/>
                <a:cs typeface="Arial" panose="020B0604020202020204" pitchFamily="34" charset="0"/>
              </a:rPr>
              <a:t>The results are rounded to two decimal places and ordered chronologically.</a:t>
            </a:r>
            <a:br>
              <a:rPr lang="en-US" sz="1600" dirty="0">
                <a:latin typeface="Arial" panose="020B0604020202020204" pitchFamily="34" charset="0"/>
                <a:cs typeface="Arial" panose="020B0604020202020204" pitchFamily="34" charset="0"/>
              </a:rPr>
            </a:br>
            <a:br>
              <a:rPr lang="en-US" sz="1600" dirty="0">
                <a:latin typeface="Arial" panose="020B0604020202020204" pitchFamily="34" charset="0"/>
                <a:cs typeface="Arial" panose="020B0604020202020204" pitchFamily="34" charset="0"/>
              </a:rPr>
            </a:br>
            <a:r>
              <a:rPr lang="en-US" sz="1600" dirty="0">
                <a:latin typeface="Arial" panose="020B0604020202020204" pitchFamily="34" charset="0"/>
                <a:cs typeface="Arial" panose="020B0604020202020204" pitchFamily="34" charset="0"/>
              </a:rPr>
              <a:t>The output shows </a:t>
            </a:r>
            <a:r>
              <a:rPr lang="en-US" sz="1600" b="1" dirty="0">
                <a:latin typeface="Arial" panose="020B0604020202020204" pitchFamily="34" charset="0"/>
                <a:cs typeface="Arial" panose="020B0604020202020204" pitchFamily="34" charset="0"/>
              </a:rPr>
              <a:t>irregular month-on-month sales</a:t>
            </a:r>
            <a:r>
              <a:rPr lang="en-US" sz="1600" dirty="0">
                <a:latin typeface="Arial" panose="020B0604020202020204" pitchFamily="34" charset="0"/>
                <a:cs typeface="Arial" panose="020B0604020202020204" pitchFamily="34" charset="0"/>
              </a:rPr>
              <a:t>, with spikes in certain months and declines in others, indicating </a:t>
            </a:r>
            <a:r>
              <a:rPr lang="en-US" sz="1600" b="1" dirty="0">
                <a:latin typeface="Arial" panose="020B0604020202020204" pitchFamily="34" charset="0"/>
                <a:cs typeface="Arial" panose="020B0604020202020204" pitchFamily="34" charset="0"/>
              </a:rPr>
              <a:t>seasonal and volatile revenue patterns</a:t>
            </a:r>
            <a:r>
              <a:rPr lang="en-US" sz="1600" dirty="0">
                <a:latin typeface="Arial" panose="020B0604020202020204" pitchFamily="34" charset="0"/>
                <a:cs typeface="Arial" panose="020B0604020202020204" pitchFamily="34" charset="0"/>
              </a:rPr>
              <a:t>.</a:t>
            </a:r>
          </a:p>
        </p:txBody>
      </p:sp>
      <p:sp>
        <p:nvSpPr>
          <p:cNvPr id="9" name="Rectangle 2">
            <a:extLst>
              <a:ext uri="{FF2B5EF4-FFF2-40B4-BE49-F238E27FC236}">
                <a16:creationId xmlns:a16="http://schemas.microsoft.com/office/drawing/2014/main" id="{34E7C140-55C7-20EB-CD26-2F46CC0EE75B}"/>
              </a:ext>
            </a:extLst>
          </p:cNvPr>
          <p:cNvSpPr>
            <a:spLocks noGrp="1" noChangeArrowheads="1"/>
          </p:cNvSpPr>
          <p:nvPr>
            <p:ph type="title"/>
          </p:nvPr>
        </p:nvSpPr>
        <p:spPr bwMode="auto">
          <a:xfrm>
            <a:off x="-34520" y="0"/>
            <a:ext cx="3797560" cy="707886"/>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tabLst/>
            </a:pPr>
            <a:r>
              <a:rPr kumimoji="0" lang="en-US" altLang="en-US" sz="2000" b="1" i="0" u="sng" strike="noStrike" cap="none" normalizeH="0" baseline="0" dirty="0">
                <a:ln>
                  <a:noFill/>
                </a:ln>
                <a:solidFill>
                  <a:schemeClr val="tx1"/>
                </a:solidFill>
                <a:effectLst/>
              </a:rPr>
              <a:t> Monthly Sales Trend Analysis</a:t>
            </a:r>
          </a:p>
          <a:p>
            <a:pPr marL="0" marR="0" lvl="0" indent="0" algn="l" defTabSz="914400" rtl="0" eaLnBrk="0" fontAlgn="base" latinLnBrk="0" hangingPunct="0">
              <a:lnSpc>
                <a:spcPct val="100000"/>
              </a:lnSpc>
              <a:spcBef>
                <a:spcPct val="0"/>
              </a:spcBef>
              <a:spcAft>
                <a:spcPct val="0"/>
              </a:spcAft>
              <a:buClrTx/>
              <a:buSzTx/>
              <a:tabLst/>
            </a:pPr>
            <a:endParaRPr kumimoji="0" lang="en-US" altLang="en-US" sz="2000" b="1" i="0" u="sng" strike="noStrike" cap="none" normalizeH="0" baseline="0" dirty="0">
              <a:ln>
                <a:noFill/>
              </a:ln>
              <a:solidFill>
                <a:schemeClr val="tx1"/>
              </a:solidFill>
              <a:effectLst/>
            </a:endParaRPr>
          </a:p>
        </p:txBody>
      </p:sp>
      <p:pic>
        <p:nvPicPr>
          <p:cNvPr id="5" name="Picture Placeholder 7">
            <a:extLst>
              <a:ext uri="{FF2B5EF4-FFF2-40B4-BE49-F238E27FC236}">
                <a16:creationId xmlns:a16="http://schemas.microsoft.com/office/drawing/2014/main" id="{635BB0C7-754C-68CF-7F67-EBAEDB88E66A}"/>
              </a:ext>
            </a:extLst>
          </p:cNvPr>
          <p:cNvPicPr>
            <a:picLocks noGrp="1" noChangeAspect="1"/>
          </p:cNvPicPr>
          <p:nvPr>
            <p:ph type="pic" sz="quarter" idx="13"/>
          </p:nvPr>
        </p:nvPicPr>
        <p:blipFill>
          <a:blip r:embed="rId3"/>
          <a:srcRect l="317" r="317"/>
          <a:stretch>
            <a:fillRect/>
          </a:stretch>
        </p:blipFill>
        <p:spPr>
          <a:xfrm>
            <a:off x="3581401" y="0"/>
            <a:ext cx="8607426" cy="6858000"/>
          </a:xfrm>
        </p:spPr>
      </p:pic>
    </p:spTree>
    <p:extLst>
      <p:ext uri="{BB962C8B-B14F-4D97-AF65-F5344CB8AC3E}">
        <p14:creationId xmlns:p14="http://schemas.microsoft.com/office/powerpoint/2010/main" val="1193022513"/>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B96DFE0-995C-F486-C68D-D3D3627A8A02}"/>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1BA5EB44-0829-3B29-824A-BE5E0AE3C04D}"/>
              </a:ext>
            </a:extLst>
          </p:cNvPr>
          <p:cNvSpPr>
            <a:spLocks noGrp="1"/>
          </p:cNvSpPr>
          <p:nvPr>
            <p:ph type="title"/>
          </p:nvPr>
        </p:nvSpPr>
        <p:spPr>
          <a:xfrm>
            <a:off x="0" y="0"/>
            <a:ext cx="3424335" cy="879182"/>
          </a:xfrm>
        </p:spPr>
        <p:txBody>
          <a:bodyPr>
            <a:normAutofit/>
          </a:bodyPr>
          <a:lstStyle/>
          <a:p>
            <a:r>
              <a:rPr lang="en-US" sz="2000" b="1" u="sng" dirty="0"/>
              <a:t>Average Order Value Trend Analysis</a:t>
            </a:r>
          </a:p>
        </p:txBody>
      </p:sp>
      <p:sp>
        <p:nvSpPr>
          <p:cNvPr id="3" name="Content Placeholder 2">
            <a:extLst>
              <a:ext uri="{FF2B5EF4-FFF2-40B4-BE49-F238E27FC236}">
                <a16:creationId xmlns:a16="http://schemas.microsoft.com/office/drawing/2014/main" id="{3977D450-5D87-69DF-E4FC-3ED1CE160B0F}"/>
              </a:ext>
            </a:extLst>
          </p:cNvPr>
          <p:cNvSpPr>
            <a:spLocks noGrp="1"/>
          </p:cNvSpPr>
          <p:nvPr>
            <p:ph idx="1"/>
          </p:nvPr>
        </p:nvSpPr>
        <p:spPr>
          <a:xfrm>
            <a:off x="1" y="1073019"/>
            <a:ext cx="3508310" cy="5645021"/>
          </a:xfrm>
        </p:spPr>
        <p:txBody>
          <a:bodyPr>
            <a:noAutofit/>
          </a:bodyPr>
          <a:lstStyle/>
          <a:p>
            <a:r>
              <a:rPr lang="en-US" sz="1600" dirty="0">
                <a:latin typeface="Arial" panose="020B0604020202020204" pitchFamily="34" charset="0"/>
                <a:cs typeface="Arial" panose="020B0604020202020204" pitchFamily="34" charset="0"/>
              </a:rPr>
              <a:t>To analyze </a:t>
            </a:r>
            <a:r>
              <a:rPr lang="en-US" sz="1600" b="1" dirty="0">
                <a:latin typeface="Arial" panose="020B0604020202020204" pitchFamily="34" charset="0"/>
                <a:cs typeface="Arial" panose="020B0604020202020204" pitchFamily="34" charset="0"/>
              </a:rPr>
              <a:t>changes in average order value per month</a:t>
            </a:r>
            <a:r>
              <a:rPr lang="en-US" sz="1600" dirty="0">
                <a:latin typeface="Arial" panose="020B0604020202020204" pitchFamily="34" charset="0"/>
                <a:cs typeface="Arial" panose="020B0604020202020204" pitchFamily="34" charset="0"/>
              </a:rPr>
              <a:t>, the Orders table is used to calculate the monthly average order value by converting order dates into a YYYY–MM format. A window function (LAG) compares each month’s rounded average with the previous month to calculate the change in value. Result are then rounded to two decimal places and sorted in descending order of change to highlight the most significant fluctuations.</a:t>
            </a:r>
            <a:br>
              <a:rPr lang="en-US" sz="1600" dirty="0">
                <a:latin typeface="Arial" panose="020B0604020202020204" pitchFamily="34" charset="0"/>
                <a:cs typeface="Arial" panose="020B0604020202020204" pitchFamily="34" charset="0"/>
              </a:rPr>
            </a:br>
            <a:endParaRPr lang="en-US" sz="1600" dirty="0">
              <a:latin typeface="Arial" panose="020B0604020202020204" pitchFamily="34" charset="0"/>
              <a:cs typeface="Arial" panose="020B0604020202020204" pitchFamily="34" charset="0"/>
            </a:endParaRPr>
          </a:p>
          <a:p>
            <a:r>
              <a:rPr lang="en-US" sz="1600" dirty="0">
                <a:latin typeface="Arial" panose="020B0604020202020204" pitchFamily="34" charset="0"/>
                <a:cs typeface="Arial" panose="020B0604020202020204" pitchFamily="34" charset="0"/>
              </a:rPr>
              <a:t>The output shows </a:t>
            </a:r>
            <a:r>
              <a:rPr lang="en-US" sz="1600" b="1" dirty="0">
                <a:latin typeface="Arial" panose="020B0604020202020204" pitchFamily="34" charset="0"/>
                <a:cs typeface="Arial" panose="020B0604020202020204" pitchFamily="34" charset="0"/>
              </a:rPr>
              <a:t>notable variations in average order value across months</a:t>
            </a:r>
            <a:r>
              <a:rPr lang="en-US" sz="1600" dirty="0">
                <a:latin typeface="Arial" panose="020B0604020202020204" pitchFamily="34" charset="0"/>
                <a:cs typeface="Arial" panose="020B0604020202020204" pitchFamily="34" charset="0"/>
              </a:rPr>
              <a:t>, with the </a:t>
            </a:r>
            <a:r>
              <a:rPr lang="en-US" sz="1600" b="1" dirty="0">
                <a:latin typeface="Arial" panose="020B0604020202020204" pitchFamily="34" charset="0"/>
                <a:cs typeface="Arial" panose="020B0604020202020204" pitchFamily="34" charset="0"/>
              </a:rPr>
              <a:t>largest increase</a:t>
            </a:r>
            <a:r>
              <a:rPr lang="en-US" sz="1600" dirty="0">
                <a:latin typeface="Arial" panose="020B0604020202020204" pitchFamily="34" charset="0"/>
                <a:cs typeface="Arial" panose="020B0604020202020204" pitchFamily="34" charset="0"/>
              </a:rPr>
              <a:t> occurring in </a:t>
            </a:r>
            <a:r>
              <a:rPr lang="en-US" sz="1600" b="1" dirty="0">
                <a:latin typeface="Arial" panose="020B0604020202020204" pitchFamily="34" charset="0"/>
                <a:cs typeface="Arial" panose="020B0604020202020204" pitchFamily="34" charset="0"/>
              </a:rPr>
              <a:t>December</a:t>
            </a:r>
            <a:r>
              <a:rPr lang="en-US" sz="1600" dirty="0">
                <a:latin typeface="Arial" panose="020B0604020202020204" pitchFamily="34" charset="0"/>
                <a:cs typeface="Arial" panose="020B0604020202020204" pitchFamily="34" charset="0"/>
              </a:rPr>
              <a:t> and some months showing declines, indicating </a:t>
            </a:r>
            <a:r>
              <a:rPr lang="en-US" sz="1600" b="1" dirty="0">
                <a:latin typeface="Arial" panose="020B0604020202020204" pitchFamily="34" charset="0"/>
                <a:cs typeface="Arial" panose="020B0604020202020204" pitchFamily="34" charset="0"/>
              </a:rPr>
              <a:t>fluctuating customer spending behavior </a:t>
            </a:r>
            <a:r>
              <a:rPr lang="en-US" sz="1600" dirty="0">
                <a:latin typeface="Arial" panose="020B0604020202020204" pitchFamily="34" charset="0"/>
                <a:cs typeface="Arial" panose="020B0604020202020204" pitchFamily="34" charset="0"/>
              </a:rPr>
              <a:t>and the impact of seasonal or promotional factors.</a:t>
            </a:r>
          </a:p>
          <a:p>
            <a:endParaRPr lang="en-US" sz="1600" dirty="0">
              <a:latin typeface="Arial" panose="020B0604020202020204" pitchFamily="34" charset="0"/>
              <a:cs typeface="Arial" panose="020B0604020202020204" pitchFamily="34" charset="0"/>
            </a:endParaRPr>
          </a:p>
        </p:txBody>
      </p:sp>
      <p:pic>
        <p:nvPicPr>
          <p:cNvPr id="7" name="Picture Placeholder 6">
            <a:extLst>
              <a:ext uri="{FF2B5EF4-FFF2-40B4-BE49-F238E27FC236}">
                <a16:creationId xmlns:a16="http://schemas.microsoft.com/office/drawing/2014/main" id="{065DAB1D-8175-AC8D-0137-4F6BAB153110}"/>
              </a:ext>
            </a:extLst>
          </p:cNvPr>
          <p:cNvPicPr>
            <a:picLocks noGrp="1" noChangeAspect="1"/>
          </p:cNvPicPr>
          <p:nvPr>
            <p:ph type="pic" sz="quarter" idx="13"/>
          </p:nvPr>
        </p:nvPicPr>
        <p:blipFill>
          <a:blip r:embed="rId2"/>
          <a:srcRect t="702" b="702"/>
          <a:stretch>
            <a:fillRect/>
          </a:stretch>
        </p:blipFill>
        <p:spPr>
          <a:xfrm>
            <a:off x="3581400" y="0"/>
            <a:ext cx="8607552" cy="6858000"/>
          </a:xfrm>
        </p:spPr>
      </p:pic>
    </p:spTree>
    <p:extLst>
      <p:ext uri="{BB962C8B-B14F-4D97-AF65-F5344CB8AC3E}">
        <p14:creationId xmlns:p14="http://schemas.microsoft.com/office/powerpoint/2010/main" val="2574159482"/>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4AB3C12-8E6B-6CCE-B82C-C0F875FF4E39}"/>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25CD1881-CAAD-44ED-89E7-4C1A6D48249A}"/>
              </a:ext>
            </a:extLst>
          </p:cNvPr>
          <p:cNvSpPr>
            <a:spLocks noGrp="1"/>
          </p:cNvSpPr>
          <p:nvPr>
            <p:ph type="title"/>
          </p:nvPr>
        </p:nvSpPr>
        <p:spPr>
          <a:xfrm>
            <a:off x="83976" y="158620"/>
            <a:ext cx="3954624" cy="720563"/>
          </a:xfrm>
        </p:spPr>
        <p:txBody>
          <a:bodyPr>
            <a:normAutofit/>
          </a:bodyPr>
          <a:lstStyle/>
          <a:p>
            <a:pPr algn="l"/>
            <a:r>
              <a:rPr lang="en-IN" sz="2000" b="1" u="sng" dirty="0"/>
              <a:t>Products Requiring Frequent Restocking</a:t>
            </a:r>
            <a:endParaRPr lang="en-US" sz="2000" b="1" u="sng" dirty="0"/>
          </a:p>
        </p:txBody>
      </p:sp>
      <p:sp>
        <p:nvSpPr>
          <p:cNvPr id="3" name="Content Placeholder 2">
            <a:extLst>
              <a:ext uri="{FF2B5EF4-FFF2-40B4-BE49-F238E27FC236}">
                <a16:creationId xmlns:a16="http://schemas.microsoft.com/office/drawing/2014/main" id="{5A86A0B4-A828-DAF5-E297-2D90B861CA16}"/>
              </a:ext>
            </a:extLst>
          </p:cNvPr>
          <p:cNvSpPr>
            <a:spLocks noGrp="1"/>
          </p:cNvSpPr>
          <p:nvPr>
            <p:ph idx="1"/>
          </p:nvPr>
        </p:nvSpPr>
        <p:spPr>
          <a:xfrm>
            <a:off x="0" y="1023807"/>
            <a:ext cx="3349690" cy="5675573"/>
          </a:xfrm>
        </p:spPr>
        <p:txBody>
          <a:bodyPr>
            <a:normAutofit/>
          </a:bodyPr>
          <a:lstStyle/>
          <a:p>
            <a:r>
              <a:rPr lang="en-US" sz="1600" dirty="0">
                <a:latin typeface="Arial" panose="020B0604020202020204" pitchFamily="34" charset="0"/>
                <a:cs typeface="Arial" panose="020B0604020202020204" pitchFamily="34" charset="0"/>
              </a:rPr>
              <a:t>To identify </a:t>
            </a:r>
            <a:r>
              <a:rPr lang="en-US" sz="1600" b="1" dirty="0">
                <a:latin typeface="Arial" panose="020B0604020202020204" pitchFamily="34" charset="0"/>
                <a:cs typeface="Arial" panose="020B0604020202020204" pitchFamily="34" charset="0"/>
              </a:rPr>
              <a:t>products with the fastest turnover rates</a:t>
            </a:r>
            <a:r>
              <a:rPr lang="en-US" sz="1600" dirty="0">
                <a:latin typeface="Arial" panose="020B0604020202020204" pitchFamily="34" charset="0"/>
                <a:cs typeface="Arial" panose="020B0604020202020204" pitchFamily="34" charset="0"/>
              </a:rPr>
              <a:t>, the </a:t>
            </a:r>
            <a:r>
              <a:rPr lang="en-US" sz="1600" dirty="0" err="1">
                <a:latin typeface="Arial" panose="020B0604020202020204" pitchFamily="34" charset="0"/>
                <a:cs typeface="Arial" panose="020B0604020202020204" pitchFamily="34" charset="0"/>
              </a:rPr>
              <a:t>OrderDetails</a:t>
            </a:r>
            <a:r>
              <a:rPr lang="en-US" sz="1600" dirty="0">
                <a:latin typeface="Arial" panose="020B0604020202020204" pitchFamily="34" charset="0"/>
                <a:cs typeface="Arial" panose="020B0604020202020204" pitchFamily="34" charset="0"/>
              </a:rPr>
              <a:t> table is used to count how many times each product appears in orders using COUNT(</a:t>
            </a:r>
            <a:r>
              <a:rPr lang="en-US" sz="1600" dirty="0" err="1">
                <a:latin typeface="Arial" panose="020B0604020202020204" pitchFamily="34" charset="0"/>
                <a:cs typeface="Arial" panose="020B0604020202020204" pitchFamily="34" charset="0"/>
              </a:rPr>
              <a:t>order_id</a:t>
            </a:r>
            <a:r>
              <a:rPr lang="en-US" sz="1600" dirty="0">
                <a:latin typeface="Arial" panose="020B0604020202020204" pitchFamily="34" charset="0"/>
                <a:cs typeface="Arial" panose="020B0604020202020204" pitchFamily="34" charset="0"/>
              </a:rPr>
              <a:t>). The data is grouped by </a:t>
            </a:r>
            <a:r>
              <a:rPr lang="en-US" sz="1600" dirty="0" err="1">
                <a:latin typeface="Arial" panose="020B0604020202020204" pitchFamily="34" charset="0"/>
                <a:cs typeface="Arial" panose="020B0604020202020204" pitchFamily="34" charset="0"/>
              </a:rPr>
              <a:t>product_id</a:t>
            </a:r>
            <a:r>
              <a:rPr lang="en-US" sz="1600" dirty="0">
                <a:latin typeface="Arial" panose="020B0604020202020204" pitchFamily="34" charset="0"/>
                <a:cs typeface="Arial" panose="020B0604020202020204" pitchFamily="34" charset="0"/>
              </a:rPr>
              <a:t> and sorted in descending order of sales frequency, with the top five products selected.</a:t>
            </a:r>
          </a:p>
          <a:p>
            <a:r>
              <a:rPr lang="en-US" sz="1600" dirty="0">
                <a:latin typeface="Arial" panose="020B0604020202020204" pitchFamily="34" charset="0"/>
                <a:cs typeface="Arial" panose="020B0604020202020204" pitchFamily="34" charset="0"/>
              </a:rPr>
              <a:t> </a:t>
            </a:r>
          </a:p>
          <a:p>
            <a:r>
              <a:rPr lang="en-US" sz="1600" dirty="0">
                <a:latin typeface="Arial" panose="020B0604020202020204" pitchFamily="34" charset="0"/>
                <a:cs typeface="Arial" panose="020B0604020202020204" pitchFamily="34" charset="0"/>
              </a:rPr>
              <a:t>The output highlights the </a:t>
            </a:r>
            <a:r>
              <a:rPr lang="en-US" sz="1600" b="1" dirty="0">
                <a:latin typeface="Arial" panose="020B0604020202020204" pitchFamily="34" charset="0"/>
                <a:cs typeface="Arial" panose="020B0604020202020204" pitchFamily="34" charset="0"/>
              </a:rPr>
              <a:t>five most frequently ordered products</a:t>
            </a:r>
            <a:r>
              <a:rPr lang="en-US" sz="1600" dirty="0">
                <a:latin typeface="Arial" panose="020B0604020202020204" pitchFamily="34" charset="0"/>
                <a:cs typeface="Arial" panose="020B0604020202020204" pitchFamily="34" charset="0"/>
              </a:rPr>
              <a:t>, indicating high demand and rapid stock turnover. This suggests that these products require </a:t>
            </a:r>
            <a:r>
              <a:rPr lang="en-US" sz="1600" b="1" dirty="0">
                <a:latin typeface="Arial" panose="020B0604020202020204" pitchFamily="34" charset="0"/>
                <a:cs typeface="Arial" panose="020B0604020202020204" pitchFamily="34" charset="0"/>
              </a:rPr>
              <a:t>more frequent restocking</a:t>
            </a:r>
            <a:r>
              <a:rPr lang="en-US" sz="1600" dirty="0">
                <a:latin typeface="Arial" panose="020B0604020202020204" pitchFamily="34" charset="0"/>
                <a:cs typeface="Arial" panose="020B0604020202020204" pitchFamily="34" charset="0"/>
              </a:rPr>
              <a:t> to prevent inventory shortages.</a:t>
            </a:r>
          </a:p>
        </p:txBody>
      </p:sp>
      <p:pic>
        <p:nvPicPr>
          <p:cNvPr id="8" name="Picture Placeholder 7">
            <a:extLst>
              <a:ext uri="{FF2B5EF4-FFF2-40B4-BE49-F238E27FC236}">
                <a16:creationId xmlns:a16="http://schemas.microsoft.com/office/drawing/2014/main" id="{64CB7610-C768-2DA1-588E-DB5382F2AA46}"/>
              </a:ext>
            </a:extLst>
          </p:cNvPr>
          <p:cNvPicPr>
            <a:picLocks noGrp="1" noChangeAspect="1"/>
          </p:cNvPicPr>
          <p:nvPr>
            <p:ph type="pic" sz="quarter" idx="13"/>
          </p:nvPr>
        </p:nvPicPr>
        <p:blipFill>
          <a:blip r:embed="rId2"/>
          <a:srcRect t="3573" b="3573"/>
          <a:stretch>
            <a:fillRect/>
          </a:stretch>
        </p:blipFill>
        <p:spPr>
          <a:xfrm>
            <a:off x="3442995" y="13996"/>
            <a:ext cx="8749005" cy="6858000"/>
          </a:xfrm>
        </p:spPr>
      </p:pic>
    </p:spTree>
    <p:extLst>
      <p:ext uri="{BB962C8B-B14F-4D97-AF65-F5344CB8AC3E}">
        <p14:creationId xmlns:p14="http://schemas.microsoft.com/office/powerpoint/2010/main" val="1792623082"/>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3E474E8-E62E-6B0D-8539-A706BB61EB66}"/>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9B772C27-FE89-D160-E4C1-7E25D782D65B}"/>
              </a:ext>
            </a:extLst>
          </p:cNvPr>
          <p:cNvSpPr>
            <a:spLocks noGrp="1"/>
          </p:cNvSpPr>
          <p:nvPr>
            <p:ph type="title"/>
          </p:nvPr>
        </p:nvSpPr>
        <p:spPr>
          <a:xfrm>
            <a:off x="0" y="-19105"/>
            <a:ext cx="3175796" cy="813870"/>
          </a:xfrm>
        </p:spPr>
        <p:txBody>
          <a:bodyPr>
            <a:normAutofit/>
          </a:bodyPr>
          <a:lstStyle/>
          <a:p>
            <a:r>
              <a:rPr lang="en-US" sz="2000" b="1" u="sng" dirty="0"/>
              <a:t> Products with Low Engagements</a:t>
            </a:r>
          </a:p>
        </p:txBody>
      </p:sp>
      <p:sp>
        <p:nvSpPr>
          <p:cNvPr id="3" name="Content Placeholder 2">
            <a:extLst>
              <a:ext uri="{FF2B5EF4-FFF2-40B4-BE49-F238E27FC236}">
                <a16:creationId xmlns:a16="http://schemas.microsoft.com/office/drawing/2014/main" id="{2DB599A5-0BBC-B53F-23B6-1B56C89A55B7}"/>
              </a:ext>
            </a:extLst>
          </p:cNvPr>
          <p:cNvSpPr>
            <a:spLocks noGrp="1"/>
          </p:cNvSpPr>
          <p:nvPr>
            <p:ph idx="1"/>
          </p:nvPr>
        </p:nvSpPr>
        <p:spPr>
          <a:xfrm>
            <a:off x="23187" y="961053"/>
            <a:ext cx="3175795" cy="5822302"/>
          </a:xfrm>
        </p:spPr>
        <p:txBody>
          <a:bodyPr>
            <a:noAutofit/>
          </a:bodyPr>
          <a:lstStyle/>
          <a:p>
            <a:r>
              <a:rPr lang="en-US" sz="1600" dirty="0">
                <a:latin typeface="Arial" panose="020B0604020202020204" pitchFamily="34" charset="0"/>
                <a:cs typeface="Arial" panose="020B0604020202020204" pitchFamily="34" charset="0"/>
              </a:rPr>
              <a:t>To identify </a:t>
            </a:r>
            <a:r>
              <a:rPr lang="en-US" sz="1600" b="1" dirty="0">
                <a:latin typeface="Arial" panose="020B0604020202020204" pitchFamily="34" charset="0"/>
                <a:cs typeface="Arial" panose="020B0604020202020204" pitchFamily="34" charset="0"/>
              </a:rPr>
              <a:t>low-engagement products</a:t>
            </a:r>
            <a:r>
              <a:rPr lang="en-US" sz="1600" dirty="0">
                <a:latin typeface="Arial" panose="020B0604020202020204" pitchFamily="34" charset="0"/>
                <a:cs typeface="Arial" panose="020B0604020202020204" pitchFamily="34" charset="0"/>
              </a:rPr>
              <a:t>, the Products, </a:t>
            </a:r>
            <a:r>
              <a:rPr lang="en-US" sz="1600" dirty="0" err="1">
                <a:latin typeface="Arial" panose="020B0604020202020204" pitchFamily="34" charset="0"/>
                <a:cs typeface="Arial" panose="020B0604020202020204" pitchFamily="34" charset="0"/>
              </a:rPr>
              <a:t>OrderDetails</a:t>
            </a:r>
            <a:r>
              <a:rPr lang="en-US" sz="1600" dirty="0">
                <a:latin typeface="Arial" panose="020B0604020202020204" pitchFamily="34" charset="0"/>
                <a:cs typeface="Arial" panose="020B0604020202020204" pitchFamily="34" charset="0"/>
              </a:rPr>
              <a:t>, Orders, and Customers tables are joined to calculate how many unique customers have purchased each product. Products are grouped by product ID and name, and a HAVING clause is used </a:t>
            </a:r>
            <a:r>
              <a:rPr lang="en-US" sz="1600" b="1" dirty="0">
                <a:latin typeface="Arial" panose="020B0604020202020204" pitchFamily="34" charset="0"/>
                <a:cs typeface="Arial" panose="020B0604020202020204" pitchFamily="34" charset="0"/>
              </a:rPr>
              <a:t>to filter those purchased by less than 40% of the total customer base.</a:t>
            </a:r>
          </a:p>
          <a:p>
            <a:r>
              <a:rPr lang="en-US" sz="1600" dirty="0">
                <a:latin typeface="Arial" panose="020B0604020202020204" pitchFamily="34" charset="0"/>
                <a:cs typeface="Arial" panose="020B0604020202020204" pitchFamily="34" charset="0"/>
              </a:rPr>
              <a:t>The output highlights products with </a:t>
            </a:r>
            <a:r>
              <a:rPr lang="en-US" sz="1600" b="1" dirty="0">
                <a:latin typeface="Arial" panose="020B0604020202020204" pitchFamily="34" charset="0"/>
                <a:cs typeface="Arial" panose="020B0604020202020204" pitchFamily="34" charset="0"/>
              </a:rPr>
              <a:t>limited customer reach</a:t>
            </a:r>
            <a:r>
              <a:rPr lang="en-US" sz="1600" dirty="0">
                <a:latin typeface="Arial" panose="020B0604020202020204" pitchFamily="34" charset="0"/>
                <a:cs typeface="Arial" panose="020B0604020202020204" pitchFamily="34" charset="0"/>
              </a:rPr>
              <a:t>, indicating </a:t>
            </a:r>
            <a:r>
              <a:rPr lang="en-US" sz="1600" b="1" dirty="0">
                <a:latin typeface="Arial" panose="020B0604020202020204" pitchFamily="34" charset="0"/>
                <a:cs typeface="Arial" panose="020B0604020202020204" pitchFamily="34" charset="0"/>
              </a:rPr>
              <a:t>low engagement </a:t>
            </a:r>
            <a:r>
              <a:rPr lang="en-US" sz="1600" dirty="0">
                <a:latin typeface="Arial" panose="020B0604020202020204" pitchFamily="34" charset="0"/>
                <a:cs typeface="Arial" panose="020B0604020202020204" pitchFamily="34" charset="0"/>
              </a:rPr>
              <a:t>and a possible </a:t>
            </a:r>
            <a:r>
              <a:rPr lang="en-US" sz="1600" b="1" dirty="0">
                <a:latin typeface="Arial" panose="020B0604020202020204" pitchFamily="34" charset="0"/>
                <a:cs typeface="Arial" panose="020B0604020202020204" pitchFamily="34" charset="0"/>
              </a:rPr>
              <a:t>mismatch between inventory offerings and customer preferences</a:t>
            </a:r>
            <a:r>
              <a:rPr lang="en-US" sz="1600" dirty="0">
                <a:latin typeface="Arial" panose="020B0604020202020204" pitchFamily="34" charset="0"/>
                <a:cs typeface="Arial" panose="020B0604020202020204" pitchFamily="34" charset="0"/>
              </a:rPr>
              <a:t>. These products may require pricing changes, promotions, repositioning, or inventory rationalization to improve performance.</a:t>
            </a:r>
          </a:p>
        </p:txBody>
      </p:sp>
      <p:pic>
        <p:nvPicPr>
          <p:cNvPr id="12" name="Picture Placeholder 11">
            <a:extLst>
              <a:ext uri="{FF2B5EF4-FFF2-40B4-BE49-F238E27FC236}">
                <a16:creationId xmlns:a16="http://schemas.microsoft.com/office/drawing/2014/main" id="{DDD0E3B4-10CC-5897-E8A9-25C41CC0496E}"/>
              </a:ext>
            </a:extLst>
          </p:cNvPr>
          <p:cNvPicPr>
            <a:picLocks noGrp="1" noChangeAspect="1"/>
          </p:cNvPicPr>
          <p:nvPr>
            <p:ph type="pic" sz="quarter" idx="13"/>
          </p:nvPr>
        </p:nvPicPr>
        <p:blipFill>
          <a:blip r:embed="rId2"/>
          <a:srcRect l="-226" t="-646" r="163" b="162"/>
          <a:stretch>
            <a:fillRect/>
          </a:stretch>
        </p:blipFill>
        <p:spPr>
          <a:xfrm>
            <a:off x="3379375" y="-19105"/>
            <a:ext cx="8789438" cy="6877105"/>
          </a:xfrm>
        </p:spPr>
      </p:pic>
    </p:spTree>
    <p:extLst>
      <p:ext uri="{BB962C8B-B14F-4D97-AF65-F5344CB8AC3E}">
        <p14:creationId xmlns:p14="http://schemas.microsoft.com/office/powerpoint/2010/main" val="4034139083"/>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1C257BE-4D8B-EEB6-F942-851F37F9D1E5}"/>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D615440D-2F0B-23E1-3E4C-3284A3144699}"/>
              </a:ext>
            </a:extLst>
          </p:cNvPr>
          <p:cNvSpPr>
            <a:spLocks noGrp="1"/>
          </p:cNvSpPr>
          <p:nvPr>
            <p:ph type="title"/>
          </p:nvPr>
        </p:nvSpPr>
        <p:spPr>
          <a:xfrm>
            <a:off x="85266" y="221132"/>
            <a:ext cx="3161788" cy="365125"/>
          </a:xfrm>
        </p:spPr>
        <p:txBody>
          <a:bodyPr>
            <a:normAutofit fontScale="90000"/>
          </a:bodyPr>
          <a:lstStyle/>
          <a:p>
            <a:r>
              <a:rPr lang="en-IN" sz="2000" b="1" u="sng" dirty="0"/>
              <a:t>Month-wise Customer Acquisition</a:t>
            </a:r>
            <a:endParaRPr lang="en-US" sz="2000" b="1" u="sng" dirty="0"/>
          </a:p>
        </p:txBody>
      </p:sp>
      <p:sp>
        <p:nvSpPr>
          <p:cNvPr id="3" name="Content Placeholder 2">
            <a:extLst>
              <a:ext uri="{FF2B5EF4-FFF2-40B4-BE49-F238E27FC236}">
                <a16:creationId xmlns:a16="http://schemas.microsoft.com/office/drawing/2014/main" id="{E738A15D-8835-DB62-ECF7-07085F1FC911}"/>
              </a:ext>
            </a:extLst>
          </p:cNvPr>
          <p:cNvSpPr>
            <a:spLocks noGrp="1"/>
          </p:cNvSpPr>
          <p:nvPr>
            <p:ph idx="1"/>
          </p:nvPr>
        </p:nvSpPr>
        <p:spPr>
          <a:xfrm>
            <a:off x="0" y="923732"/>
            <a:ext cx="3051109" cy="5934268"/>
          </a:xfrm>
        </p:spPr>
        <p:txBody>
          <a:bodyPr>
            <a:normAutofit/>
          </a:bodyPr>
          <a:lstStyle/>
          <a:p>
            <a:r>
              <a:rPr lang="en-US" sz="1600" dirty="0">
                <a:latin typeface="Arial" panose="020B0604020202020204" pitchFamily="34" charset="0"/>
                <a:cs typeface="Arial" panose="020B0604020202020204" pitchFamily="34" charset="0"/>
              </a:rPr>
              <a:t>To analyze </a:t>
            </a:r>
            <a:r>
              <a:rPr lang="en-US" sz="1600" b="1" dirty="0">
                <a:latin typeface="Arial" panose="020B0604020202020204" pitchFamily="34" charset="0"/>
                <a:cs typeface="Arial" panose="020B0604020202020204" pitchFamily="34" charset="0"/>
              </a:rPr>
              <a:t>customer acquisition</a:t>
            </a:r>
            <a:r>
              <a:rPr lang="en-US" sz="1600" dirty="0">
                <a:latin typeface="Arial" panose="020B0604020202020204" pitchFamily="34" charset="0"/>
                <a:cs typeface="Arial" panose="020B0604020202020204" pitchFamily="34" charset="0"/>
              </a:rPr>
              <a:t>, the Orders table is used to find the month in which each customer placed their </a:t>
            </a:r>
            <a:r>
              <a:rPr lang="en-US" sz="1600" b="1" dirty="0">
                <a:latin typeface="Arial" panose="020B0604020202020204" pitchFamily="34" charset="0"/>
                <a:cs typeface="Arial" panose="020B0604020202020204" pitchFamily="34" charset="0"/>
              </a:rPr>
              <a:t>first order</a:t>
            </a:r>
            <a:r>
              <a:rPr lang="en-US" sz="1600" dirty="0">
                <a:latin typeface="Arial" panose="020B0604020202020204" pitchFamily="34" charset="0"/>
                <a:cs typeface="Arial" panose="020B0604020202020204" pitchFamily="34" charset="0"/>
              </a:rPr>
              <a:t>. Customers are grouped by this first purchase month and counted to measure how many </a:t>
            </a:r>
            <a:r>
              <a:rPr lang="en-US" sz="1600" b="1" dirty="0">
                <a:latin typeface="Arial" panose="020B0604020202020204" pitchFamily="34" charset="0"/>
                <a:cs typeface="Arial" panose="020B0604020202020204" pitchFamily="34" charset="0"/>
              </a:rPr>
              <a:t>new customers</a:t>
            </a:r>
            <a:r>
              <a:rPr lang="en-US" sz="1600" dirty="0">
                <a:latin typeface="Arial" panose="020B0604020202020204" pitchFamily="34" charset="0"/>
                <a:cs typeface="Arial" panose="020B0604020202020204" pitchFamily="34" charset="0"/>
              </a:rPr>
              <a:t> were gained each month, with results shown in chronological order.</a:t>
            </a:r>
          </a:p>
          <a:p>
            <a:r>
              <a:rPr lang="en-US" sz="1600" dirty="0">
                <a:latin typeface="Arial" panose="020B0604020202020204" pitchFamily="34" charset="0"/>
                <a:cs typeface="Arial" panose="020B0604020202020204" pitchFamily="34" charset="0"/>
              </a:rPr>
              <a:t>The output highlights monthly trends in new customer growth, helping the business understand </a:t>
            </a:r>
            <a:r>
              <a:rPr lang="en-US" sz="1600" b="1" dirty="0">
                <a:latin typeface="Arial" panose="020B0604020202020204" pitchFamily="34" charset="0"/>
                <a:cs typeface="Arial" panose="020B0604020202020204" pitchFamily="34" charset="0"/>
              </a:rPr>
              <a:t>when more customers were attracted </a:t>
            </a:r>
            <a:r>
              <a:rPr lang="en-US" sz="1600" dirty="0">
                <a:latin typeface="Arial" panose="020B0604020202020204" pitchFamily="34" charset="0"/>
                <a:cs typeface="Arial" panose="020B0604020202020204" pitchFamily="34" charset="0"/>
              </a:rPr>
              <a:t>and evaluate the </a:t>
            </a:r>
            <a:r>
              <a:rPr lang="en-US" sz="1600" b="1" dirty="0">
                <a:latin typeface="Arial" panose="020B0604020202020204" pitchFamily="34" charset="0"/>
                <a:cs typeface="Arial" panose="020B0604020202020204" pitchFamily="34" charset="0"/>
              </a:rPr>
              <a:t>impact of marketing efforts and expansion strategies</a:t>
            </a:r>
            <a:r>
              <a:rPr lang="en-US" sz="1600" dirty="0">
                <a:latin typeface="Arial" panose="020B0604020202020204" pitchFamily="34" charset="0"/>
                <a:cs typeface="Arial" panose="020B0604020202020204" pitchFamily="34" charset="0"/>
              </a:rPr>
              <a:t>.</a:t>
            </a:r>
          </a:p>
        </p:txBody>
      </p:sp>
      <p:pic>
        <p:nvPicPr>
          <p:cNvPr id="5" name="Picture Placeholder 4">
            <a:extLst>
              <a:ext uri="{FF2B5EF4-FFF2-40B4-BE49-F238E27FC236}">
                <a16:creationId xmlns:a16="http://schemas.microsoft.com/office/drawing/2014/main" id="{DC61C475-800B-1077-3C5F-C98A54EEE078}"/>
              </a:ext>
            </a:extLst>
          </p:cNvPr>
          <p:cNvPicPr>
            <a:picLocks noGrp="1" noChangeAspect="1"/>
          </p:cNvPicPr>
          <p:nvPr>
            <p:ph type="pic" sz="quarter" idx="13"/>
          </p:nvPr>
        </p:nvPicPr>
        <p:blipFill>
          <a:blip r:embed="rId2"/>
          <a:srcRect l="-14" r="494"/>
          <a:stretch>
            <a:fillRect/>
          </a:stretch>
        </p:blipFill>
        <p:spPr>
          <a:xfrm>
            <a:off x="3247055" y="0"/>
            <a:ext cx="9426210" cy="6978316"/>
          </a:xfrm>
        </p:spPr>
      </p:pic>
    </p:spTree>
    <p:extLst>
      <p:ext uri="{BB962C8B-B14F-4D97-AF65-F5344CB8AC3E}">
        <p14:creationId xmlns:p14="http://schemas.microsoft.com/office/powerpoint/2010/main" val="1270537370"/>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DDB3A2A-6047-1FAC-DA6B-7EE5E439649D}"/>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C898C49D-FB80-6C98-D5A8-83BF651E49F2}"/>
              </a:ext>
            </a:extLst>
          </p:cNvPr>
          <p:cNvSpPr>
            <a:spLocks noGrp="1"/>
          </p:cNvSpPr>
          <p:nvPr>
            <p:ph type="title"/>
          </p:nvPr>
        </p:nvSpPr>
        <p:spPr>
          <a:xfrm>
            <a:off x="-74645" y="63499"/>
            <a:ext cx="2883160" cy="701611"/>
          </a:xfrm>
        </p:spPr>
        <p:txBody>
          <a:bodyPr>
            <a:noAutofit/>
          </a:bodyPr>
          <a:lstStyle/>
          <a:p>
            <a:pPr algn="l"/>
            <a:r>
              <a:rPr lang="en-US" sz="2000" b="1" u="sng" dirty="0"/>
              <a:t> </a:t>
            </a:r>
            <a:r>
              <a:rPr lang="en-IN" sz="2000" b="1" u="sng" dirty="0"/>
              <a:t>Identification of High-Revenue Months</a:t>
            </a:r>
            <a:endParaRPr lang="en-US" sz="2000" b="1" u="sng" dirty="0"/>
          </a:p>
        </p:txBody>
      </p:sp>
      <p:sp>
        <p:nvSpPr>
          <p:cNvPr id="3" name="Content Placeholder 2">
            <a:extLst>
              <a:ext uri="{FF2B5EF4-FFF2-40B4-BE49-F238E27FC236}">
                <a16:creationId xmlns:a16="http://schemas.microsoft.com/office/drawing/2014/main" id="{5A52561B-4621-E5BB-8D08-AD1665F6CA38}"/>
              </a:ext>
            </a:extLst>
          </p:cNvPr>
          <p:cNvSpPr>
            <a:spLocks noGrp="1"/>
          </p:cNvSpPr>
          <p:nvPr>
            <p:ph idx="1"/>
          </p:nvPr>
        </p:nvSpPr>
        <p:spPr>
          <a:xfrm>
            <a:off x="0" y="886408"/>
            <a:ext cx="2808516" cy="5908092"/>
          </a:xfrm>
        </p:spPr>
        <p:txBody>
          <a:bodyPr>
            <a:normAutofit/>
          </a:bodyPr>
          <a:lstStyle/>
          <a:p>
            <a:r>
              <a:rPr lang="en-US" sz="1600" dirty="0">
                <a:latin typeface="Arial" panose="020B0604020202020204" pitchFamily="34" charset="0"/>
                <a:cs typeface="Arial" panose="020B0604020202020204" pitchFamily="34" charset="0"/>
              </a:rPr>
              <a:t>To identify the </a:t>
            </a:r>
            <a:r>
              <a:rPr lang="en-US" sz="1600" b="1" dirty="0">
                <a:latin typeface="Arial" panose="020B0604020202020204" pitchFamily="34" charset="0"/>
                <a:cs typeface="Arial" panose="020B0604020202020204" pitchFamily="34" charset="0"/>
              </a:rPr>
              <a:t>top three peak sales periods</a:t>
            </a:r>
            <a:r>
              <a:rPr lang="en-US" sz="1600" dirty="0">
                <a:latin typeface="Arial" panose="020B0604020202020204" pitchFamily="34" charset="0"/>
                <a:cs typeface="Arial" panose="020B0604020202020204" pitchFamily="34" charset="0"/>
              </a:rPr>
              <a:t>, the Orders table is used to calculate total sales for each month by converting order dates into a YYYY–MM format and summing the </a:t>
            </a:r>
            <a:r>
              <a:rPr lang="en-US" sz="1600" dirty="0" err="1">
                <a:latin typeface="Arial" panose="020B0604020202020204" pitchFamily="34" charset="0"/>
                <a:cs typeface="Arial" panose="020B0604020202020204" pitchFamily="34" charset="0"/>
              </a:rPr>
              <a:t>total_amount</a:t>
            </a:r>
            <a:r>
              <a:rPr lang="en-US" sz="1600" dirty="0">
                <a:latin typeface="Arial" panose="020B0604020202020204" pitchFamily="34" charset="0"/>
                <a:cs typeface="Arial" panose="020B0604020202020204" pitchFamily="34" charset="0"/>
              </a:rPr>
              <a:t>. The results are grouped by month, sorted in descending order of total sales, and limited to the top three months.</a:t>
            </a:r>
            <a:br>
              <a:rPr lang="en-US" sz="1600" dirty="0">
                <a:latin typeface="Arial" panose="020B0604020202020204" pitchFamily="34" charset="0"/>
                <a:cs typeface="Arial" panose="020B0604020202020204" pitchFamily="34" charset="0"/>
              </a:rPr>
            </a:br>
            <a:br>
              <a:rPr lang="en-US" sz="1600" dirty="0">
                <a:latin typeface="Arial" panose="020B0604020202020204" pitchFamily="34" charset="0"/>
                <a:cs typeface="Arial" panose="020B0604020202020204" pitchFamily="34" charset="0"/>
              </a:rPr>
            </a:br>
            <a:r>
              <a:rPr lang="en-US" sz="1600" dirty="0">
                <a:latin typeface="Arial" panose="020B0604020202020204" pitchFamily="34" charset="0"/>
                <a:cs typeface="Arial" panose="020B0604020202020204" pitchFamily="34" charset="0"/>
              </a:rPr>
              <a:t>The output highlights the </a:t>
            </a:r>
            <a:r>
              <a:rPr lang="en-US" sz="1600" b="1" dirty="0">
                <a:latin typeface="Arial" panose="020B0604020202020204" pitchFamily="34" charset="0"/>
                <a:cs typeface="Arial" panose="020B0604020202020204" pitchFamily="34" charset="0"/>
              </a:rPr>
              <a:t>months with the highest sales volume</a:t>
            </a:r>
            <a:r>
              <a:rPr lang="en-US" sz="1600" dirty="0">
                <a:latin typeface="Arial" panose="020B0604020202020204" pitchFamily="34" charset="0"/>
                <a:cs typeface="Arial" panose="020B0604020202020204" pitchFamily="34" charset="0"/>
              </a:rPr>
              <a:t>, indicating peak demand periods. These insights help businesses plan inventory levels, allocate staff, and optimize marketing efforts during high-revenue months</a:t>
            </a:r>
          </a:p>
        </p:txBody>
      </p:sp>
      <p:sp>
        <p:nvSpPr>
          <p:cNvPr id="81" name="Date Placeholder 80">
            <a:extLst>
              <a:ext uri="{FF2B5EF4-FFF2-40B4-BE49-F238E27FC236}">
                <a16:creationId xmlns:a16="http://schemas.microsoft.com/office/drawing/2014/main" id="{C9C473F4-0CCF-7943-934E-0CE36463A2DD}"/>
              </a:ext>
            </a:extLst>
          </p:cNvPr>
          <p:cNvSpPr>
            <a:spLocks noGrp="1"/>
          </p:cNvSpPr>
          <p:nvPr>
            <p:ph type="dt" sz="half" idx="10"/>
          </p:nvPr>
        </p:nvSpPr>
        <p:spPr/>
        <p:txBody>
          <a:bodyPr/>
          <a:lstStyle/>
          <a:p>
            <a:r>
              <a:rPr lang="en-US"/>
              <a:t>3/1/20XX</a:t>
            </a:r>
          </a:p>
        </p:txBody>
      </p:sp>
      <p:sp>
        <p:nvSpPr>
          <p:cNvPr id="82" name="Footer Placeholder 81">
            <a:extLst>
              <a:ext uri="{FF2B5EF4-FFF2-40B4-BE49-F238E27FC236}">
                <a16:creationId xmlns:a16="http://schemas.microsoft.com/office/drawing/2014/main" id="{C33ACD61-7307-691E-1A17-7D5615C69603}"/>
              </a:ext>
            </a:extLst>
          </p:cNvPr>
          <p:cNvSpPr>
            <a:spLocks noGrp="1"/>
          </p:cNvSpPr>
          <p:nvPr>
            <p:ph type="ftr" sz="quarter" idx="11"/>
          </p:nvPr>
        </p:nvSpPr>
        <p:spPr/>
        <p:txBody>
          <a:bodyPr/>
          <a:lstStyle/>
          <a:p>
            <a:r>
              <a:rPr lang="en-US" dirty="0"/>
              <a:t>SAMPLE FOOTER TEXT</a:t>
            </a:r>
          </a:p>
        </p:txBody>
      </p:sp>
      <p:sp>
        <p:nvSpPr>
          <p:cNvPr id="18" name="Slide Number Placeholder 17">
            <a:extLst>
              <a:ext uri="{FF2B5EF4-FFF2-40B4-BE49-F238E27FC236}">
                <a16:creationId xmlns:a16="http://schemas.microsoft.com/office/drawing/2014/main" id="{CB622E77-3A13-F989-2A5D-80CADB65A2F0}"/>
              </a:ext>
            </a:extLst>
          </p:cNvPr>
          <p:cNvSpPr>
            <a:spLocks noGrp="1"/>
          </p:cNvSpPr>
          <p:nvPr>
            <p:ph type="sldNum" sz="quarter" idx="12"/>
          </p:nvPr>
        </p:nvSpPr>
        <p:spPr/>
        <p:txBody>
          <a:bodyPr/>
          <a:lstStyle/>
          <a:p>
            <a:fld id="{28844951-7827-47D4-8276-7DDE1FA7D85A}" type="slidenum">
              <a:rPr lang="en-US" smtClean="0"/>
              <a:pPr/>
              <a:t>12</a:t>
            </a:fld>
            <a:endParaRPr lang="en-US"/>
          </a:p>
        </p:txBody>
      </p:sp>
      <p:pic>
        <p:nvPicPr>
          <p:cNvPr id="12" name="Picture Placeholder 11">
            <a:extLst>
              <a:ext uri="{FF2B5EF4-FFF2-40B4-BE49-F238E27FC236}">
                <a16:creationId xmlns:a16="http://schemas.microsoft.com/office/drawing/2014/main" id="{4F54C5D7-3B17-92A0-A2D1-4300A4A69145}"/>
              </a:ext>
            </a:extLst>
          </p:cNvPr>
          <p:cNvPicPr>
            <a:picLocks noGrp="1" noChangeAspect="1"/>
          </p:cNvPicPr>
          <p:nvPr>
            <p:ph type="pic" sz="quarter" idx="13"/>
          </p:nvPr>
        </p:nvPicPr>
        <p:blipFill>
          <a:blip r:embed="rId2"/>
          <a:srcRect l="22" r="22"/>
          <a:stretch/>
        </p:blipFill>
        <p:spPr>
          <a:xfrm>
            <a:off x="2919662" y="0"/>
            <a:ext cx="9269289" cy="6858000"/>
          </a:xfrm>
          <a:prstGeom prst="rect">
            <a:avLst/>
          </a:prstGeom>
          <a:solidFill>
            <a:srgbClr val="DEB340"/>
          </a:solidFill>
        </p:spPr>
      </p:pic>
    </p:spTree>
    <p:extLst>
      <p:ext uri="{BB962C8B-B14F-4D97-AF65-F5344CB8AC3E}">
        <p14:creationId xmlns:p14="http://schemas.microsoft.com/office/powerpoint/2010/main" val="2852504992"/>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D58C501-DB02-89AF-EC27-C0ABC0D809BD}"/>
            </a:ext>
          </a:extLst>
        </p:cNvPr>
        <p:cNvGrpSpPr/>
        <p:nvPr/>
      </p:nvGrpSpPr>
      <p:grpSpPr>
        <a:xfrm>
          <a:off x="0" y="0"/>
          <a:ext cx="0" cy="0"/>
          <a:chOff x="0" y="0"/>
          <a:chExt cx="0" cy="0"/>
        </a:xfrm>
      </p:grpSpPr>
      <p:sp>
        <p:nvSpPr>
          <p:cNvPr id="14" name="Title 13">
            <a:extLst>
              <a:ext uri="{FF2B5EF4-FFF2-40B4-BE49-F238E27FC236}">
                <a16:creationId xmlns:a16="http://schemas.microsoft.com/office/drawing/2014/main" id="{DB9BD9A4-2903-4DCD-C138-F41F0F38F802}"/>
              </a:ext>
            </a:extLst>
          </p:cNvPr>
          <p:cNvSpPr>
            <a:spLocks noGrp="1"/>
          </p:cNvSpPr>
          <p:nvPr>
            <p:ph type="title"/>
          </p:nvPr>
        </p:nvSpPr>
        <p:spPr>
          <a:xfrm>
            <a:off x="1670180" y="0"/>
            <a:ext cx="7380514" cy="401053"/>
          </a:xfrm>
          <a:ln w="76200">
            <a:solidFill>
              <a:schemeClr val="accent6">
                <a:lumMod val="50000"/>
              </a:schemeClr>
            </a:solidFill>
          </a:ln>
        </p:spPr>
        <p:txBody>
          <a:bodyPr>
            <a:normAutofit/>
          </a:bodyPr>
          <a:lstStyle/>
          <a:p>
            <a:r>
              <a:rPr lang="en-IN" sz="2000" b="1" u="sng" dirty="0">
                <a:solidFill>
                  <a:schemeClr val="tx1"/>
                </a:solidFill>
              </a:rPr>
              <a:t>Key Findings &amp; Insights</a:t>
            </a:r>
          </a:p>
        </p:txBody>
      </p:sp>
      <p:graphicFrame>
        <p:nvGraphicFramePr>
          <p:cNvPr id="21" name="Content Placeholder 20">
            <a:extLst>
              <a:ext uri="{FF2B5EF4-FFF2-40B4-BE49-F238E27FC236}">
                <a16:creationId xmlns:a16="http://schemas.microsoft.com/office/drawing/2014/main" id="{45D18C9C-352B-FF05-76B8-65E0BD3107AE}"/>
              </a:ext>
            </a:extLst>
          </p:cNvPr>
          <p:cNvGraphicFramePr>
            <a:graphicFrameLocks noGrp="1"/>
          </p:cNvGraphicFramePr>
          <p:nvPr>
            <p:ph idx="1"/>
            <p:extLst>
              <p:ext uri="{D42A27DB-BD31-4B8C-83A1-F6EECF244321}">
                <p14:modId xmlns:p14="http://schemas.microsoft.com/office/powerpoint/2010/main" val="776000508"/>
              </p:ext>
            </p:extLst>
          </p:nvPr>
        </p:nvGraphicFramePr>
        <p:xfrm>
          <a:off x="841247" y="522514"/>
          <a:ext cx="10738043" cy="6186195"/>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Tree>
    <p:extLst>
      <p:ext uri="{BB962C8B-B14F-4D97-AF65-F5344CB8AC3E}">
        <p14:creationId xmlns:p14="http://schemas.microsoft.com/office/powerpoint/2010/main" val="2080303452"/>
      </p:ext>
    </p:extLst>
  </p:cSld>
  <p:clrMapOvr>
    <a:masterClrMapping/>
  </p:clrMapOvr>
</p:sld>
</file>

<file path=ppt/theme/_rels/theme1.xml.rels><?xml version="1.0" encoding="UTF-8" standalone="yes"?>
<Relationships xmlns="http://schemas.openxmlformats.org/package/2006/relationships"><Relationship Id="rId2" Type="http://schemas.openxmlformats.org/officeDocument/2006/relationships/image" Target="../media/image2.jpeg"/><Relationship Id="rId1" Type="http://schemas.openxmlformats.org/officeDocument/2006/relationships/image" Target="../media/image1.jpeg"/></Relationships>
</file>

<file path=ppt/theme/theme1.xml><?xml version="1.0" encoding="utf-8"?>
<a:theme xmlns:a="http://schemas.openxmlformats.org/drawingml/2006/main" name="Organic">
  <a:themeElements>
    <a:clrScheme name="Organic">
      <a:dk1>
        <a:sysClr val="windowText" lastClr="000000"/>
      </a:dk1>
      <a:lt1>
        <a:sysClr val="window" lastClr="FFFFFF"/>
      </a:lt1>
      <a:dk2>
        <a:srgbClr val="212121"/>
      </a:dk2>
      <a:lt2>
        <a:srgbClr val="DADADA"/>
      </a:lt2>
      <a:accent1>
        <a:srgbClr val="83992A"/>
      </a:accent1>
      <a:accent2>
        <a:srgbClr val="3C9770"/>
      </a:accent2>
      <a:accent3>
        <a:srgbClr val="44709D"/>
      </a:accent3>
      <a:accent4>
        <a:srgbClr val="A23C33"/>
      </a:accent4>
      <a:accent5>
        <a:srgbClr val="D97828"/>
      </a:accent5>
      <a:accent6>
        <a:srgbClr val="DEB340"/>
      </a:accent6>
      <a:hlink>
        <a:srgbClr val="A8BF4D"/>
      </a:hlink>
      <a:folHlink>
        <a:srgbClr val="B4CA80"/>
      </a:folHlink>
    </a:clrScheme>
    <a:fontScheme name="Organic">
      <a:majorFont>
        <a:latin typeface="Garamond" panose="02020404030301010803"/>
        <a:ea typeface=""/>
        <a:cs typeface=""/>
        <a:font script="Jpan" typeface="ＭＳ Ｐゴシック"/>
        <a:font script="Hang" typeface="돋움"/>
        <a:font script="Hans" typeface="方正舒体"/>
        <a:font script="Hant" typeface="微軟正黑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ajorFont>
      <a:minorFont>
        <a:latin typeface="Garamond" panose="02020404030301010803"/>
        <a:ea typeface=""/>
        <a:cs typeface=""/>
        <a:font script="Jpan" typeface="ＭＳ Ｐ明朝"/>
        <a:font script="Hang" typeface="바탕"/>
        <a:font script="Hans" typeface="方正舒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inorFont>
    </a:fontScheme>
    <a:fmtScheme name="Organic">
      <a:fillStyleLst>
        <a:solidFill>
          <a:schemeClr val="phClr"/>
        </a:solidFill>
        <a:gradFill rotWithShape="1">
          <a:gsLst>
            <a:gs pos="0">
              <a:schemeClr val="phClr">
                <a:tint val="60000"/>
                <a:lumMod val="110000"/>
              </a:schemeClr>
            </a:gs>
            <a:gs pos="100000">
              <a:schemeClr val="phClr">
                <a:tint val="82000"/>
              </a:schemeClr>
            </a:gs>
          </a:gsLst>
          <a:lin ang="5400000" scaled="0"/>
        </a:gradFill>
        <a:blipFill>
          <a:blip xmlns:r="http://schemas.openxmlformats.org/officeDocument/2006/relationships" r:embed="rId1">
            <a:duotone>
              <a:schemeClr val="phClr">
                <a:shade val="74000"/>
                <a:satMod val="130000"/>
                <a:lumMod val="90000"/>
              </a:schemeClr>
              <a:schemeClr val="phClr">
                <a:tint val="94000"/>
                <a:satMod val="120000"/>
                <a:lumMod val="104000"/>
              </a:schemeClr>
            </a:duotone>
          </a:blip>
          <a:tile tx="0" ty="0" sx="100000" sy="100000" flip="none" algn="tl"/>
        </a:blipFill>
      </a:fillStyleLst>
      <a:lnStyleLst>
        <a:ln w="9525" cap="flat" cmpd="sng" algn="ctr">
          <a:solidFill>
            <a:schemeClr val="phClr"/>
          </a:solidFill>
          <a:prstDash val="solid"/>
        </a:ln>
        <a:ln w="15875" cap="flat" cmpd="sng" algn="ctr">
          <a:solidFill>
            <a:schemeClr val="phClr"/>
          </a:solidFill>
          <a:prstDash val="solid"/>
        </a:ln>
        <a:ln w="25400" cap="flat" cmpd="sng" algn="ctr">
          <a:solidFill>
            <a:schemeClr val="phClr"/>
          </a:solidFill>
          <a:prstDash val="solid"/>
        </a:ln>
      </a:lnStyleLst>
      <a:effectStyleLst>
        <a:effectStyle>
          <a:effectLst/>
        </a:effectStyle>
        <a:effectStyle>
          <a:effectLst>
            <a:innerShdw blurRad="25400" dist="12700" dir="13500000">
              <a:srgbClr val="000000">
                <a:alpha val="45000"/>
              </a:srgbClr>
            </a:innerShdw>
          </a:effectLst>
        </a:effectStyle>
        <a:effectStyle>
          <a:effectLst>
            <a:outerShdw blurRad="38100" dist="25400" dir="5400000" rotWithShape="0">
              <a:srgbClr val="000000">
                <a:alpha val="60000"/>
              </a:srgbClr>
            </a:outerShdw>
          </a:effectLst>
        </a:effectStyle>
      </a:effectStyleLst>
      <a:bgFillStyleLst>
        <a:solidFill>
          <a:schemeClr val="phClr"/>
        </a:solidFill>
        <a:gradFill rotWithShape="1">
          <a:gsLst>
            <a:gs pos="0">
              <a:schemeClr val="phClr">
                <a:tint val="90000"/>
                <a:lumMod val="110000"/>
              </a:schemeClr>
            </a:gs>
            <a:gs pos="100000">
              <a:schemeClr val="phClr">
                <a:shade val="88000"/>
                <a:lumMod val="98000"/>
              </a:schemeClr>
            </a:gs>
          </a:gsLst>
          <a:lin ang="5400000" scaled="0"/>
        </a:gradFill>
        <a:blipFill>
          <a:blip xmlns:r="http://schemas.openxmlformats.org/officeDocument/2006/relationships" r:embed="rId2"/>
          <a:stretch/>
        </a:blipFill>
      </a:bgFillStyleLst>
    </a:fmtScheme>
  </a:themeElements>
  <a:objectDefaults/>
  <a:extraClrSchemeLst/>
  <a:extLst>
    <a:ext uri="{05A4C25C-085E-4340-85A3-A5531E510DB2}">
      <thm15:themeFamily xmlns:thm15="http://schemas.microsoft.com/office/thememl/2012/main" name="Organic" id="{28CDC826-8792-45C0-861B-85EB3ADEDA33}" vid="{7DAC20F1-423D-49E2-BD0B-50532748BAD0}"/>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3.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p:properties xmlns:p="http://schemas.microsoft.com/office/2006/metadata/properties" xmlns:xsi="http://www.w3.org/2001/XMLSchema-instance" xmlns:pc="http://schemas.microsoft.com/office/infopath/2007/PartnerControls">
  <documentManagement>
    <Status xmlns="71af3243-3dd4-4a8d-8c0d-dd76da1f02a5">Not started</Status>
    <_ip_UnifiedCompliancePolicyUIAction xmlns="http://schemas.microsoft.com/sharepoint/v3" xsi:nil="true"/>
    <Image xmlns="71af3243-3dd4-4a8d-8c0d-dd76da1f02a5">
      <Url xsi:nil="true"/>
      <Description xsi:nil="true"/>
    </Image>
    <_ip_UnifiedCompliancePolicyProperties xmlns="http://schemas.microsoft.com/sharepoint/v3" xsi:nil="true"/>
    <lcf76f155ced4ddcb4097134ff3c332f xmlns="71af3243-3dd4-4a8d-8c0d-dd76da1f02a5">
      <Terms xmlns="http://schemas.microsoft.com/office/infopath/2007/PartnerControls"/>
    </lcf76f155ced4ddcb4097134ff3c332f>
    <TaxCatchAll xmlns="230e9df3-be65-4c73-a93b-d1236ebd677e"/>
    <MediaServiceKeyPoints xmlns="71af3243-3dd4-4a8d-8c0d-dd76da1f02a5" xsi:nil="true"/>
  </documentManagement>
</p:properties>
</file>

<file path=customXml/item2.xml><?xml version="1.0" encoding="utf-8"?>
<?mso-contentType ?>
<FormTemplates xmlns="http://schemas.microsoft.com/sharepoint/v3/contenttype/forms">
  <Display>DocumentLibraryForm</Display>
  <Edit>DocumentLibraryForm</Edit>
  <New>DocumentLibraryForm</New>
</FormTemplates>
</file>

<file path=customXml/item3.xml><?xml version="1.0" encoding="utf-8"?>
<ct:contentTypeSchema xmlns:ct="http://schemas.microsoft.com/office/2006/metadata/contentType" xmlns:ma="http://schemas.microsoft.com/office/2006/metadata/properties/metaAttributes" ct:_="" ma:_="" ma:contentTypeName="Document" ma:contentTypeID="0x01010079F111ED35F8CC479449609E8A0923A6" ma:contentTypeVersion="18" ma:contentTypeDescription="Create a new document." ma:contentTypeScope="" ma:versionID="22a266b9fa9a230c5a512669d8b298c3">
  <xsd:schema xmlns:xsd="http://www.w3.org/2001/XMLSchema" xmlns:xs="http://www.w3.org/2001/XMLSchema" xmlns:p="http://schemas.microsoft.com/office/2006/metadata/properties" xmlns:ns1="http://schemas.microsoft.com/sharepoint/v3" xmlns:ns2="71af3243-3dd4-4a8d-8c0d-dd76da1f02a5" xmlns:ns3="16c05727-aa75-4e4a-9b5f-8a80a1165891" xmlns:ns4="230e9df3-be65-4c73-a93b-d1236ebd677e" targetNamespace="http://schemas.microsoft.com/office/2006/metadata/properties" ma:root="true" ma:fieldsID="eddc33fff6b14141ee5c74a0d29ea6a1" ns1:_="" ns2:_="" ns3:_="" ns4:_="">
    <xsd:import namespace="http://schemas.microsoft.com/sharepoint/v3"/>
    <xsd:import namespace="71af3243-3dd4-4a8d-8c0d-dd76da1f02a5"/>
    <xsd:import namespace="16c05727-aa75-4e4a-9b5f-8a80a1165891"/>
    <xsd:import namespace="230e9df3-be65-4c73-a93b-d1236ebd677e"/>
    <xsd:element name="properties">
      <xsd:complexType>
        <xsd:sequence>
          <xsd:element name="documentManagement">
            <xsd:complexType>
              <xsd:all>
                <xsd:element ref="ns2:MediaServiceMetadata" minOccurs="0"/>
                <xsd:element ref="ns2:MediaServiceFastMetadata" minOccurs="0"/>
                <xsd:element ref="ns2:MediaServiceOCR" minOccurs="0"/>
                <xsd:element ref="ns2:MediaServiceAutoTags" minOccurs="0"/>
                <xsd:element ref="ns2:MediaServiceEventHashCode" minOccurs="0"/>
                <xsd:element ref="ns2:MediaServiceGenerationTime" minOccurs="0"/>
                <xsd:element ref="ns3:SharedWithUsers" minOccurs="0"/>
                <xsd:element ref="ns3:SharedWithDetails" minOccurs="0"/>
                <xsd:element ref="ns2:MediaServiceAutoKeyPoints" minOccurs="0"/>
                <xsd:element ref="ns2:MediaServiceKeyPoints" minOccurs="0"/>
                <xsd:element ref="ns2:MediaServiceDateTaken" minOccurs="0"/>
                <xsd:element ref="ns2:Status" minOccurs="0"/>
                <xsd:element ref="ns1:_ip_UnifiedCompliancePolicyProperties" minOccurs="0"/>
                <xsd:element ref="ns1:_ip_UnifiedCompliancePolicyUIAction" minOccurs="0"/>
                <xsd:element ref="ns2:Image" minOccurs="0"/>
                <xsd:element ref="ns2:lcf76f155ced4ddcb4097134ff3c332f" minOccurs="0"/>
                <xsd:element ref="ns4:TaxCatchAll"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http://schemas.microsoft.com/sharepoint/v3" elementFormDefault="qualified">
    <xsd:import namespace="http://schemas.microsoft.com/office/2006/documentManagement/types"/>
    <xsd:import namespace="http://schemas.microsoft.com/office/infopath/2007/PartnerControls"/>
    <xsd:element name="_ip_UnifiedCompliancePolicyProperties" ma:index="20" nillable="true" ma:displayName="Unified Compliance Policy Properties" ma:hidden="true" ma:internalName="_ip_UnifiedCompliancePolicyProperties">
      <xsd:simpleType>
        <xsd:restriction base="dms:Note"/>
      </xsd:simpleType>
    </xsd:element>
    <xsd:element name="_ip_UnifiedCompliancePolicyUIAction" ma:index="21" nillable="true" ma:displayName="Unified Compliance Policy UI Action" ma:hidden="true" ma:internalName="_ip_UnifiedCompliancePolicyUIAction">
      <xsd:simpleType>
        <xsd:restriction base="dms:Text"/>
      </xsd:simpleType>
    </xsd:element>
  </xsd:schema>
  <xsd:schema xmlns:xsd="http://www.w3.org/2001/XMLSchema" xmlns:xs="http://www.w3.org/2001/XMLSchema" xmlns:dms="http://schemas.microsoft.com/office/2006/documentManagement/types" xmlns:pc="http://schemas.microsoft.com/office/infopath/2007/PartnerControls" targetNamespace="71af3243-3dd4-4a8d-8c0d-dd76da1f02a5" elementFormDefault="qualified">
    <xsd:import namespace="http://schemas.microsoft.com/office/2006/documentManagement/types"/>
    <xsd:import namespace="http://schemas.microsoft.com/office/infopath/2007/PartnerControls"/>
    <xsd:element name="MediaServiceMetadata" ma:index="8" nillable="true" ma:displayName="MediaServiceMetadata" ma:hidden="true" ma:internalName="MediaServiceMetadata" ma:readOnly="true">
      <xsd:simpleType>
        <xsd:restriction base="dms:Note"/>
      </xsd:simpleType>
    </xsd:element>
    <xsd:element name="MediaServiceFastMetadata" ma:index="9" nillable="true" ma:displayName="MediaServiceFastMetadata" ma:hidden="true" ma:internalName="MediaServiceFastMetadata" ma:readOnly="true">
      <xsd:simpleType>
        <xsd:restriction base="dms:Note"/>
      </xsd:simpleType>
    </xsd:element>
    <xsd:element name="MediaServiceOCR" ma:index="10" nillable="true" ma:displayName="MediaServiceOCR" ma:internalName="MediaServiceOCR" ma:readOnly="true">
      <xsd:simpleType>
        <xsd:restriction base="dms:Note">
          <xsd:maxLength value="255"/>
        </xsd:restriction>
      </xsd:simpleType>
    </xsd:element>
    <xsd:element name="MediaServiceAutoTags" ma:index="11" nillable="true" ma:displayName="MediaServiceAutoTags" ma:internalName="MediaServiceAutoTags" ma:readOnly="true">
      <xsd:simpleType>
        <xsd:restriction base="dms:Text"/>
      </xsd:simpleType>
    </xsd:element>
    <xsd:element name="MediaServiceEventHashCode" ma:index="12" nillable="true" ma:displayName="MediaServiceEventHashCode" ma:hidden="true" ma:internalName="MediaServiceEventHashCode" ma:readOnly="true">
      <xsd:simpleType>
        <xsd:restriction base="dms:Text"/>
      </xsd:simpleType>
    </xsd:element>
    <xsd:element name="MediaServiceGenerationTime" ma:index="13" nillable="true" ma:displayName="MediaServiceGenerationTime" ma:hidden="true" ma:internalName="MediaServiceGenerationTime" ma:readOnly="true">
      <xsd:simpleType>
        <xsd:restriction base="dms:Text"/>
      </xsd:simpleType>
    </xsd:element>
    <xsd:element name="MediaServiceAutoKeyPoints" ma:index="16" nillable="true" ma:displayName="MediaServiceAutoKeyPoints" ma:hidden="true" ma:internalName="MediaServiceAutoKeyPoints" ma:readOnly="true">
      <xsd:simpleType>
        <xsd:restriction base="dms:Note"/>
      </xsd:simpleType>
    </xsd:element>
    <xsd:element name="MediaServiceKeyPoints" ma:index="17" nillable="true" ma:displayName="KeyPoints" ma:internalName="MediaServiceKeyPoints" ma:readOnly="false">
      <xsd:simpleType>
        <xsd:restriction base="dms:Note">
          <xsd:maxLength value="255"/>
        </xsd:restriction>
      </xsd:simpleType>
    </xsd:element>
    <xsd:element name="MediaServiceDateTaken" ma:index="18" nillable="true" ma:displayName="MediaServiceDateTaken" ma:hidden="true" ma:internalName="MediaServiceDateTaken" ma:readOnly="true">
      <xsd:simpleType>
        <xsd:restriction base="dms:Text"/>
      </xsd:simpleType>
    </xsd:element>
    <xsd:element name="Status" ma:index="19" nillable="true" ma:displayName="Status" ma:default="Not started" ma:format="Dropdown" ma:internalName="Status">
      <xsd:simpleType>
        <xsd:restriction base="dms:Choice">
          <xsd:enumeration value="Not started"/>
          <xsd:enumeration value="In Progress"/>
          <xsd:enumeration value="Completed"/>
        </xsd:restriction>
      </xsd:simpleType>
    </xsd:element>
    <xsd:element name="Image" ma:index="22" nillable="true" ma:displayName="Image" ma:format="Image" ma:internalName="Image">
      <xsd:complexType>
        <xsd:complexContent>
          <xsd:extension base="dms:URL">
            <xsd:sequence>
              <xsd:element name="Url" type="dms:ValidUrl" minOccurs="0" nillable="true"/>
              <xsd:element name="Description" type="xsd:string" nillable="true"/>
            </xsd:sequence>
          </xsd:extension>
        </xsd:complexContent>
      </xsd:complexType>
    </xsd:element>
    <xsd:element name="lcf76f155ced4ddcb4097134ff3c332f" ma:index="24" nillable="true" ma:taxonomy="true" ma:internalName="lcf76f155ced4ddcb4097134ff3c332f" ma:taxonomyFieldName="MediaServiceAITags" ma:displayName="Image Tags" ma:readOnly="false" ma:fieldId="{5cf76f15-5ced-4ddc-b409-7134ff3c332f}" ma:taxonomyMulti="true" ma:sspId="e385fb40-52d4-4fae-9c5b-3e8ff8a5878e" ma:termSetId="09814cd3-568e-4e90-9814-8d621ff8fb84" ma:anchorId="00000000-0000-0000-0000-000000000000" ma:open="true" ma:isKeyword="false">
      <xsd:complexType>
        <xsd:sequence>
          <xsd:element ref="pc:Terms" minOccurs="0" maxOccurs="1"/>
        </xsd:sequence>
      </xsd:complexType>
    </xsd:element>
  </xsd:schema>
  <xsd:schema xmlns:xsd="http://www.w3.org/2001/XMLSchema" xmlns:xs="http://www.w3.org/2001/XMLSchema" xmlns:dms="http://schemas.microsoft.com/office/2006/documentManagement/types" xmlns:pc="http://schemas.microsoft.com/office/infopath/2007/PartnerControls" targetNamespace="16c05727-aa75-4e4a-9b5f-8a80a1165891" elementFormDefault="qualified">
    <xsd:import namespace="http://schemas.microsoft.com/office/2006/documentManagement/types"/>
    <xsd:import namespace="http://schemas.microsoft.com/office/infopath/2007/PartnerControls"/>
    <xsd:element name="SharedWithUsers" ma:index="14" nillable="true" ma:displayName="Shared With" ma:internalName="SharedWithUsers" ma:readOnly="true">
      <xsd:complexType>
        <xsd:complexContent>
          <xsd:extension base="dms:UserMulti">
            <xsd:sequence>
              <xsd:element name="UserInfo" minOccurs="0" maxOccurs="unbounded">
                <xsd:complexType>
                  <xsd:sequence>
                    <xsd:element name="DisplayName" type="xsd:string" minOccurs="0"/>
                    <xsd:element name="AccountId" type="dms:UserId" minOccurs="0" nillable="true"/>
                    <xsd:element name="AccountType" type="xsd:string" minOccurs="0"/>
                  </xsd:sequence>
                </xsd:complexType>
              </xsd:element>
            </xsd:sequence>
          </xsd:extension>
        </xsd:complexContent>
      </xsd:complexType>
    </xsd:element>
    <xsd:element name="SharedWithDetails" ma:index="15" nillable="true" ma:displayName="Shared With Details" ma:internalName="SharedWithDetails" ma:readOnly="true">
      <xsd:simpleType>
        <xsd:restriction base="dms:Note">
          <xsd:maxLength value="255"/>
        </xsd:restriction>
      </xsd:simpleType>
    </xsd:element>
  </xsd:schema>
  <xsd:schema xmlns:xsd="http://www.w3.org/2001/XMLSchema" xmlns:xs="http://www.w3.org/2001/XMLSchema" xmlns:dms="http://schemas.microsoft.com/office/2006/documentManagement/types" xmlns:pc="http://schemas.microsoft.com/office/infopath/2007/PartnerControls" targetNamespace="230e9df3-be65-4c73-a93b-d1236ebd677e" elementFormDefault="qualified">
    <xsd:import namespace="http://schemas.microsoft.com/office/2006/documentManagement/types"/>
    <xsd:import namespace="http://schemas.microsoft.com/office/infopath/2007/PartnerControls"/>
    <xsd:element name="TaxCatchAll" ma:index="25" nillable="true" ma:displayName="Taxonomy Catch All Column" ma:hidden="true" ma:list="{3f6bfcbc-3db3-4ae6-bd76-326f0798ad28}" ma:internalName="TaxCatchAll" ma:showField="CatchAllData" ma:web="16c05727-aa75-4e4a-9b5f-8a80a1165891">
      <xsd:complexType>
        <xsd:complexContent>
          <xsd:extension base="dms:MultiChoiceLookup">
            <xsd:sequence>
              <xsd:element name="Value" type="dms:Lookup" maxOccurs="unbounded" minOccurs="0" nillable="true"/>
            </xsd:sequence>
          </xsd:extension>
        </xsd:complexContent>
      </xsd:complex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Content Type"/>
        <xsd:element ref="dc:title" minOccurs="0" maxOccurs="1" ma:index="4"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Props1.xml><?xml version="1.0" encoding="utf-8"?>
<ds:datastoreItem xmlns:ds="http://schemas.openxmlformats.org/officeDocument/2006/customXml" ds:itemID="{DAAFE2A1-77F8-441E-9B9F-DD61C354F4FE}">
  <ds:schemaRefs>
    <ds:schemaRef ds:uri="http://schemas.microsoft.com/office/2006/metadata/properties"/>
    <ds:schemaRef ds:uri="http://schemas.microsoft.com/office/infopath/2007/PartnerControls"/>
    <ds:schemaRef ds:uri="71af3243-3dd4-4a8d-8c0d-dd76da1f02a5"/>
    <ds:schemaRef ds:uri="http://schemas.microsoft.com/sharepoint/v3"/>
    <ds:schemaRef ds:uri="230e9df3-be65-4c73-a93b-d1236ebd677e"/>
  </ds:schemaRefs>
</ds:datastoreItem>
</file>

<file path=customXml/itemProps2.xml><?xml version="1.0" encoding="utf-8"?>
<ds:datastoreItem xmlns:ds="http://schemas.openxmlformats.org/officeDocument/2006/customXml" ds:itemID="{5CF4B188-9E41-4609-81DC-EA2587D009AE}">
  <ds:schemaRefs>
    <ds:schemaRef ds:uri="http://schemas.microsoft.com/sharepoint/v3/contenttype/forms"/>
  </ds:schemaRefs>
</ds:datastoreItem>
</file>

<file path=customXml/itemProps3.xml><?xml version="1.0" encoding="utf-8"?>
<ds:datastoreItem xmlns:ds="http://schemas.openxmlformats.org/officeDocument/2006/customXml" ds:itemID="{56052644-F409-493B-8E91-969D43897F27}">
  <ds:schemaRefs>
    <ds:schemaRef ds:uri="http://schemas.microsoft.com/office/2006/metadata/contentType"/>
    <ds:schemaRef ds:uri="http://schemas.microsoft.com/office/2006/metadata/properties/metaAttributes"/>
    <ds:schemaRef ds:uri="http://www.w3.org/2001/XMLSchema"/>
    <ds:schemaRef ds:uri="http://schemas.microsoft.com/office/2006/metadata/properties"/>
    <ds:schemaRef ds:uri="http://schemas.microsoft.com/sharepoint/v3"/>
    <ds:schemaRef ds:uri="71af3243-3dd4-4a8d-8c0d-dd76da1f02a5"/>
    <ds:schemaRef ds:uri="16c05727-aa75-4e4a-9b5f-8a80a1165891"/>
    <ds:schemaRef ds:uri="230e9df3-be65-4c73-a93b-d1236ebd677e"/>
    <ds:schemaRef ds:uri="http://schemas.microsoft.com/office/2006/documentManagement/types"/>
    <ds:schemaRef ds:uri="http://schemas.microsoft.com/office/infopath/2007/PartnerControls"/>
    <ds:schemaRef ds:uri="http://schemas.openxmlformats.org/package/2006/metadata/core-properties"/>
    <ds:schemaRef ds:uri="http://purl.org/dc/elements/1.1/"/>
    <ds:schemaRef ds:uri="http://purl.org/dc/terms/"/>
    <ds:schemaRef ds:uri="http://schemas.microsoft.com/internal/obd"/>
  </ds:schemaRefs>
</ds:datastoreItem>
</file>

<file path=docProps/app.xml><?xml version="1.0" encoding="utf-8"?>
<Properties xmlns="http://schemas.openxmlformats.org/officeDocument/2006/extended-properties" xmlns:vt="http://schemas.openxmlformats.org/officeDocument/2006/docPropsVTypes">
  <Template>Facet</Template>
  <TotalTime>240</TotalTime>
  <Words>1412</Words>
  <Application>Microsoft Office PowerPoint</Application>
  <PresentationFormat>Widescreen</PresentationFormat>
  <Paragraphs>51</Paragraphs>
  <Slides>13</Slides>
  <Notes>1</Notes>
  <HiddenSlides>0</HiddenSlides>
  <MMClips>0</MMClips>
  <ScaleCrop>false</ScaleCrop>
  <HeadingPairs>
    <vt:vector size="6" baseType="variant">
      <vt:variant>
        <vt:lpstr>Fonts Used</vt:lpstr>
      </vt:variant>
      <vt:variant>
        <vt:i4>5</vt:i4>
      </vt:variant>
      <vt:variant>
        <vt:lpstr>Theme</vt:lpstr>
      </vt:variant>
      <vt:variant>
        <vt:i4>1</vt:i4>
      </vt:variant>
      <vt:variant>
        <vt:lpstr>Slide Titles</vt:lpstr>
      </vt:variant>
      <vt:variant>
        <vt:i4>13</vt:i4>
      </vt:variant>
    </vt:vector>
  </HeadingPairs>
  <TitlesOfParts>
    <vt:vector size="19" baseType="lpstr">
      <vt:lpstr>Aptos Narrow</vt:lpstr>
      <vt:lpstr>Arial</vt:lpstr>
      <vt:lpstr>Calibri</vt:lpstr>
      <vt:lpstr>Cambria</vt:lpstr>
      <vt:lpstr>Garamond</vt:lpstr>
      <vt:lpstr>Organic</vt:lpstr>
      <vt:lpstr>E-Commerce Analysis  (Using SQL)</vt:lpstr>
      <vt:lpstr>In this project, I worked with an E-commerce company’s transactional data to analyze meaningful business insights using SQL.   By analyzing customers, products, and orders, I explored buying behavior, product performance, and sales trends through joins, aggregations, and date-based analysis.</vt:lpstr>
      <vt:lpstr>Market Segmentation by Location</vt:lpstr>
      <vt:lpstr>Customer Engagement Analysis</vt:lpstr>
      <vt:lpstr>Identification of High-Value Products with Low Purchase Volume</vt:lpstr>
      <vt:lpstr>Unique Customers per Category </vt:lpstr>
      <vt:lpstr> Monthly Sales Trend Analysis </vt:lpstr>
      <vt:lpstr>Average Order Value Trend Analysis</vt:lpstr>
      <vt:lpstr>Products Requiring Frequent Restocking</vt:lpstr>
      <vt:lpstr> Products with Low Engagements</vt:lpstr>
      <vt:lpstr>Month-wise Customer Acquisition</vt:lpstr>
      <vt:lpstr> Identification of High-Revenue Months</vt:lpstr>
      <vt:lpstr>Key Findings &amp; Insights</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arshiyaahmed633@gmail.com</dc:creator>
  <cp:lastModifiedBy>arshiyaahmed633@gmail.com</cp:lastModifiedBy>
  <cp:revision>1</cp:revision>
  <dcterms:created xsi:type="dcterms:W3CDTF">2026-01-07T20:01:12Z</dcterms:created>
  <dcterms:modified xsi:type="dcterms:W3CDTF">2026-01-08T00:01:40Z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0x01010079F111ED35F8CC479449609E8A0923A6</vt:lpwstr>
  </property>
</Properties>
</file>